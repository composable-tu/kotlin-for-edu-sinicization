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autoCompressPictures="0">
  <p:sldMasterIdLst>
    <p:sldMasterId id="2147483656" r:id="rId1"/>
  </p:sldMasterIdLst>
  <p:notesMasterIdLst>
    <p:notesMasterId r:id="rId2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sldSz cx="9144000" cy="5143500" type="screen16x9"/>
  <p:notesSz cx="6858000" cy="9144000"/>
  <p:embeddedFontLst>
    <p:embeddedFont>
      <p:font typeface="HONOR Sans CN" panose="02000500000000000000" pitchFamily="2" charset="-122"/>
      <p:regular r:id="rId29"/>
      <p:bold r:id="rId30"/>
    </p:embeddedFont>
    <p:embeddedFont>
      <p:font typeface="Inter" panose="020B0604020202020204" charset="0"/>
      <p:regular r:id="rId31"/>
      <p:bold r:id="rId32"/>
      <p:italic r:id="rId33"/>
      <p:boldItalic r:id="rId34"/>
    </p:embeddedFont>
    <p:embeddedFont>
      <p:font typeface="JetBrains Mono" panose="020B0604020202020204" charset="0"/>
      <p:regular r:id="rId35"/>
      <p:bold r:id="rId36"/>
      <p:italic r:id="rId37"/>
      <p:boldItalic r:id="rId38"/>
    </p:embeddedFont>
    <p:embeddedFont>
      <p:font typeface="Open Sans" panose="020B0606030504020204" pitchFamily="34" charset="0"/>
      <p:regular r:id="rId39"/>
      <p:bold r:id="rId40"/>
      <p:italic r:id="rId41"/>
      <p:boldItalic r:id="rId42"/>
    </p:embeddedFont>
    <p:embeddedFont>
      <p:font typeface="Raleway" pitchFamily="2" charset="0"/>
      <p:regular r:id="rId43"/>
      <p:bold r:id="rId44"/>
      <p:italic r:id="rId45"/>
      <p:boldItalic r:id="rId4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48352" autoAdjust="0"/>
  </p:normalViewPr>
  <p:slideViewPr>
    <p:cSldViewPr snapToGrid="0">
      <p:cViewPr varScale="1">
        <p:scale>
          <a:sx n="69" d="100"/>
          <a:sy n="69" d="100"/>
        </p:scale>
        <p:origin x="60" y="159"/>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1.fntdata"/><Relationship Id="rId21" Type="http://schemas.openxmlformats.org/officeDocument/2006/relationships/slide" Target="slides/slide20.xml"/><Relationship Id="rId34" Type="http://schemas.openxmlformats.org/officeDocument/2006/relationships/font" Target="fonts/font6.fntdata"/><Relationship Id="rId42" Type="http://schemas.openxmlformats.org/officeDocument/2006/relationships/font" Target="fonts/font14.fntdata"/><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1.fntdata"/><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4.fntdata"/><Relationship Id="rId37" Type="http://schemas.openxmlformats.org/officeDocument/2006/relationships/font" Target="fonts/font9.fntdata"/><Relationship Id="rId40" Type="http://schemas.openxmlformats.org/officeDocument/2006/relationships/font" Target="fonts/font12.fntdata"/><Relationship Id="rId45" Type="http://schemas.openxmlformats.org/officeDocument/2006/relationships/font" Target="fonts/font17.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36" Type="http://schemas.openxmlformats.org/officeDocument/2006/relationships/font" Target="fonts/font8.fntdata"/><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3.fntdata"/><Relationship Id="rId44" Type="http://schemas.openxmlformats.org/officeDocument/2006/relationships/font" Target="fonts/font1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2.fntdata"/><Relationship Id="rId35" Type="http://schemas.openxmlformats.org/officeDocument/2006/relationships/font" Target="fonts/font7.fntdata"/><Relationship Id="rId43" Type="http://schemas.openxmlformats.org/officeDocument/2006/relationships/font" Target="fonts/font15.fntdata"/><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5.fntdata"/><Relationship Id="rId38" Type="http://schemas.openxmlformats.org/officeDocument/2006/relationships/font" Target="fonts/font10.fntdata"/><Relationship Id="rId46" Type="http://schemas.openxmlformats.org/officeDocument/2006/relationships/font" Target="fonts/font18.fntdata"/><Relationship Id="rId20" Type="http://schemas.openxmlformats.org/officeDocument/2006/relationships/slide" Target="slides/slide19.xml"/><Relationship Id="rId41" Type="http://schemas.openxmlformats.org/officeDocument/2006/relationships/font" Target="fonts/font13.fntdata"/><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dirty="0"/>
          </a:p>
        </p:txBody>
      </p:sp>
    </p:spTree>
  </p:cSld>
  <p:clrMap bg1="lt1" tx1="dk1" bg2="dk2" tx2="lt2" accent1="accent1" accent2="accent2" accent3="accent3" accent4="accent4" accent5="accent5" accent6="accent6" hlink="hlink" folHlink="folHlink"/>
  <p:notesStyle>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HONOR Sans CN" panose="02000500000000000000" pitchFamily="2" charset="-122"/>
        <a:ea typeface="HONOR Sans CN" panose="02000500000000000000" pitchFamily="2" charset="-122"/>
        <a:cs typeface="Arial"/>
        <a:sym typeface="Arial"/>
      </a:defRPr>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goo.gl/maps/wreKdmDfgdCaCGNX7" TargetMode="External"/><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kotlinlang.org/docs/basic-syntax.html#program-entry-point" TargetMode="External"/><Relationship Id="rId2" Type="http://schemas.openxmlformats.org/officeDocument/2006/relationships/slide" Target="../slides/slide6.xml"/><Relationship Id="rId1" Type="http://schemas.openxmlformats.org/officeDocument/2006/relationships/notesMaster" Target="../notesMasters/notesMaster1.xml"/><Relationship Id="rId4" Type="http://schemas.openxmlformats.org/officeDocument/2006/relationships/hyperlink" Target="https://kotlinlang.org/docs/basic-syntax.html" TargetMode="Externa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kotlinlang.org/docs/basic-syntax.html#variables" TargetMode="External"/><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kotlinlang.org/docs/properties.html#compile-time-constants" TargetMode="External"/><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s://kotlinlang.org/docs/basic-syntax.html#functions" TargetMode="External"/><Relationship Id="rId2" Type="http://schemas.openxmlformats.org/officeDocument/2006/relationships/slide" Target="../slides/slide9.xml"/><Relationship Id="rId1" Type="http://schemas.openxmlformats.org/officeDocument/2006/relationships/notesMaster" Target="../notesMasters/notesMaster1.xml"/><Relationship Id="rId4" Type="http://schemas.openxmlformats.org/officeDocument/2006/relationships/hyperlink" Target="https://kotlinlang.org/docs/functions.html" TargetMode="Externa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kotlinlang.org/docs/basic-syntax.html#conditional-expressions" TargetMode="External"/><Relationship Id="rId2" Type="http://schemas.openxmlformats.org/officeDocument/2006/relationships/slide" Target="../slides/slide10.xml"/><Relationship Id="rId1" Type="http://schemas.openxmlformats.org/officeDocument/2006/relationships/notesMaster" Target="../notesMasters/notesMaster1.xml"/><Relationship Id="rId4" Type="http://schemas.openxmlformats.org/officeDocument/2006/relationships/hyperlink" Target="https://kotlinlang.org/docs/control-flow.html#if-expression" TargetMode="Externa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s://kotlinlang.org/docs/control-flow.html#when-expression" TargetMode="External"/><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3" Type="http://schemas.openxmlformats.org/officeDocument/2006/relationships/hyperlink" Target="https://kotlinlang.org/docs/control-flow.html#when-expression" TargetMode="External"/><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3" Type="http://schemas.openxmlformats.org/officeDocument/2006/relationships/hyperlink" Target="https://kotlinlang.org/docs/basic-syntax.html#for-loop" TargetMode="External"/><Relationship Id="rId2" Type="http://schemas.openxmlformats.org/officeDocument/2006/relationships/slide" Target="../slides/slide14.xml"/><Relationship Id="rId1" Type="http://schemas.openxmlformats.org/officeDocument/2006/relationships/notesMaster" Target="../notesMasters/notesMaster1.xml"/><Relationship Id="rId5" Type="http://schemas.openxmlformats.org/officeDocument/2006/relationships/hyperlink" Target="https://kotlinlang.org/docs/destructuring-declarations.html#destructuring-declarations" TargetMode="External"/><Relationship Id="rId4" Type="http://schemas.openxmlformats.org/officeDocument/2006/relationships/hyperlink" Target="https://kotlinlang.org/docs/control-flow.html#for-loops" TargetMode="External"/></Relationships>
</file>

<file path=ppt/notesSlides/_rels/notesSlide15.xml.rels><?xml version="1.0" encoding="UTF-8" standalone="yes"?>
<Relationships xmlns="http://schemas.openxmlformats.org/package/2006/relationships"><Relationship Id="rId3" Type="http://schemas.openxmlformats.org/officeDocument/2006/relationships/hyperlink" Target="https://kotlinlang.org/docs/basic-syntax.html#while-loop" TargetMode="External"/><Relationship Id="rId2" Type="http://schemas.openxmlformats.org/officeDocument/2006/relationships/slide" Target="../slides/slide15.xml"/><Relationship Id="rId1" Type="http://schemas.openxmlformats.org/officeDocument/2006/relationships/notesMaster" Target="../notesMasters/notesMaster1.xml"/><Relationship Id="rId4" Type="http://schemas.openxmlformats.org/officeDocument/2006/relationships/hyperlink" Target="https://kotlinlang.org/docs/control-flow.html#while-loops" TargetMode="External"/></Relationships>
</file>

<file path=ppt/notesSlides/_rels/notesSlide16.xml.rels><?xml version="1.0" encoding="UTF-8" standalone="yes"?>
<Relationships xmlns="http://schemas.openxmlformats.org/package/2006/relationships"><Relationship Id="rId3" Type="http://schemas.openxmlformats.org/officeDocument/2006/relationships/hyperlink" Target="https://kotlinlang.org/docs/returns.html" TargetMode="External"/><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3" Type="http://schemas.openxmlformats.org/officeDocument/2006/relationships/hyperlink" Target="https://kotlinlang.org/docs/ranges.html" TargetMode="External"/><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3" Type="http://schemas.openxmlformats.org/officeDocument/2006/relationships/hyperlink" Target="https://kotlinlang.org/docs/basic-syntax.html#nullable-values-and-null-checks" TargetMode="External"/><Relationship Id="rId2" Type="http://schemas.openxmlformats.org/officeDocument/2006/relationships/slide" Target="../slides/slide18.xml"/><Relationship Id="rId1" Type="http://schemas.openxmlformats.org/officeDocument/2006/relationships/notesMaster" Target="../notesMasters/notesMaster1.xml"/><Relationship Id="rId6" Type="http://schemas.openxmlformats.org/officeDocument/2006/relationships/hyperlink" Target="https://kotlinlang.org/docs/typecasts.html#smart-casts" TargetMode="External"/><Relationship Id="rId5" Type="http://schemas.openxmlformats.org/officeDocument/2006/relationships/hyperlink" Target="https://kotlinlang.org/docs/null-safety.html#checking-for-null-in-conditions" TargetMode="External"/><Relationship Id="rId4" Type="http://schemas.openxmlformats.org/officeDocument/2006/relationships/hyperlink" Target="https://kotlinlang.org/docs/null-safety.html#nullable-types-and-non-null-types" TargetMode="External"/></Relationships>
</file>

<file path=ppt/notesSlides/_rels/notesSlide19.xml.rels><?xml version="1.0" encoding="UTF-8" standalone="yes"?>
<Relationships xmlns="http://schemas.openxmlformats.org/package/2006/relationships"><Relationship Id="rId3" Type="http://schemas.openxmlformats.org/officeDocument/2006/relationships/hyperlink" Target="https://kotlinlang.org/docs/null-safety.html#elvis-operator" TargetMode="External"/><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3" Type="http://schemas.openxmlformats.org/officeDocument/2006/relationships/hyperlink" Target="https://kotlinlang.org/docs/null-safety.html#safe-calls" TargetMode="External"/><Relationship Id="rId2" Type="http://schemas.openxmlformats.org/officeDocument/2006/relationships/slide" Target="../slides/slide20.xml"/><Relationship Id="rId1" Type="http://schemas.openxmlformats.org/officeDocument/2006/relationships/notesMaster" Target="../notesMasters/notesMaster1.xml"/><Relationship Id="rId4" Type="http://schemas.openxmlformats.org/officeDocument/2006/relationships/hyperlink" Target="https://kotlinlang.org/docs/scope-functions.html" TargetMode="External"/></Relationships>
</file>

<file path=ppt/notesSlides/_rels/notesSlide21.xml.rels><?xml version="1.0" encoding="UTF-8" standalone="yes"?>
<Relationships xmlns="http://schemas.openxmlformats.org/package/2006/relationships"><Relationship Id="rId3" Type="http://schemas.openxmlformats.org/officeDocument/2006/relationships/hyperlink" Target="https://kotlinlang.org/docs/null-safety.html#the-operator" TargetMode="External"/><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8" Type="http://schemas.openxmlformats.org/officeDocument/2006/relationships/hyperlink" Target="https://kotlinlang.org/api/latest/jvm/stdlib/kotlin/check.html" TargetMode="External"/><Relationship Id="rId3" Type="http://schemas.openxmlformats.org/officeDocument/2006/relationships/hyperlink" Target="https://kotlinlang.org/docs/idioms.html#mark-code-as-incomplete-todo" TargetMode="External"/><Relationship Id="rId7" Type="http://schemas.openxmlformats.org/officeDocument/2006/relationships/hyperlink" Target="https://kotlinlang.org/api/latest/jvm/stdlib/kotlin/require-not-null.html" TargetMode="External"/><Relationship Id="rId2" Type="http://schemas.openxmlformats.org/officeDocument/2006/relationships/slide" Target="../slides/slide22.xml"/><Relationship Id="rId1" Type="http://schemas.openxmlformats.org/officeDocument/2006/relationships/notesMaster" Target="../notesMasters/notesMaster1.xml"/><Relationship Id="rId6" Type="http://schemas.openxmlformats.org/officeDocument/2006/relationships/hyperlink" Target="https://kotlinlang.org/api/latest/jvm/stdlib/kotlin/require.html" TargetMode="External"/><Relationship Id="rId5" Type="http://schemas.openxmlformats.org/officeDocument/2006/relationships/hyperlink" Target="https://kotlinlang.org/api/latest/jvm/stdlib/kotlin/error.html" TargetMode="External"/><Relationship Id="rId10" Type="http://schemas.openxmlformats.org/officeDocument/2006/relationships/hyperlink" Target="https://kotlinlang.org/api/latest/jvm/stdlib/kotlin/assert.html" TargetMode="External"/><Relationship Id="rId4" Type="http://schemas.openxmlformats.org/officeDocument/2006/relationships/hyperlink" Target="https://kotlinlang.org/api/latest/jvm/stdlib/kotlin/-t-o-d-o.html" TargetMode="External"/><Relationship Id="rId9" Type="http://schemas.openxmlformats.org/officeDocument/2006/relationships/hyperlink" Target="https://kotlinlang.org/api/latest/jvm/stdlib/kotlin/check-not-null.html" TargetMode="External"/></Relationships>
</file>

<file path=ppt/notesSlides/_rels/notesSlide23.xml.rels><?xml version="1.0" encoding="UTF-8" standalone="yes"?>
<Relationships xmlns="http://schemas.openxmlformats.org/package/2006/relationships"><Relationship Id="rId3" Type="http://schemas.openxmlformats.org/officeDocument/2006/relationships/hyperlink" Target="https://kotlinlang.org/docs/basic-syntax.html#string-templates" TargetMode="External"/><Relationship Id="rId2" Type="http://schemas.openxmlformats.org/officeDocument/2006/relationships/slide" Target="../slides/slide23.xml"/><Relationship Id="rId1" Type="http://schemas.openxmlformats.org/officeDocument/2006/relationships/notesMaster" Target="../notesMasters/notesMaster1.xml"/><Relationship Id="rId4" Type="http://schemas.openxmlformats.org/officeDocument/2006/relationships/hyperlink" Target="https://kotlinlang.org/docs/strings.html#string-templates" TargetMode="External"/></Relationships>
</file>

<file path=ppt/notesSlides/_rels/notesSlide24.xml.rels><?xml version="1.0" encoding="UTF-8" standalone="yes"?>
<Relationships xmlns="http://schemas.openxmlformats.org/package/2006/relationships"><Relationship Id="rId3" Type="http://schemas.openxmlformats.org/officeDocument/2006/relationships/hyperlink" Target="https://kotlinlang.org/docs/lambdas.html#passing-trailing-lambdas" TargetMode="External"/><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3" Type="http://schemas.openxmlformats.org/officeDocument/2006/relationships/hyperlink" Target="https://kotlinlang.org/docs" TargetMode="External"/><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
        <p:cNvGrpSpPr/>
        <p:nvPr/>
      </p:nvGrpSpPr>
      <p:grpSpPr>
        <a:xfrm>
          <a:off x="0" y="0"/>
          <a:ext cx="0" cy="0"/>
          <a:chOff x="0" y="0"/>
          <a:chExt cx="0" cy="0"/>
        </a:xfrm>
      </p:grpSpPr>
      <p:sp>
        <p:nvSpPr>
          <p:cNvPr id="34" name="Google Shape;34;g29017cd9362_27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5" name="Google Shape;35;g29017cd9362_27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latin typeface="HONOR Sans CN" panose="02000500000000000000" pitchFamily="2" charset="-122"/>
              <a:ea typeface="HONOR Sans CN" panose="02000500000000000000"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
        <p:cNvGrpSpPr/>
        <p:nvPr/>
      </p:nvGrpSpPr>
      <p:grpSpPr>
        <a:xfrm>
          <a:off x="0" y="0"/>
          <a:ext cx="0" cy="0"/>
          <a:chOff x="0" y="0"/>
          <a:chExt cx="0" cy="0"/>
        </a:xfrm>
      </p:grpSpPr>
      <p:sp>
        <p:nvSpPr>
          <p:cNvPr id="43" name="Google Shape;43;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4" name="Google Shape;44;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zh-CN" altLang="en-US" dirty="0">
                <a:latin typeface="HONOR Sans CN" panose="02000500000000000000" pitchFamily="2" charset="-122"/>
                <a:ea typeface="HONOR Sans CN" panose="02000500000000000000" pitchFamily="2" charset="-122"/>
              </a:rPr>
              <a:t>译者注：这里“无乳糖”“无糖”“无谷蛋白”是一个双关梗，指 </a:t>
            </a:r>
            <a:r>
              <a:rPr lang="en-US" altLang="zh-CN" dirty="0">
                <a:latin typeface="HONOR Sans CN" panose="02000500000000000000" pitchFamily="2" charset="-122"/>
                <a:ea typeface="HONOR Sans CN" panose="02000500000000000000" pitchFamily="2" charset="-122"/>
              </a:rPr>
              <a:t>Kotlin </a:t>
            </a:r>
            <a:r>
              <a:rPr lang="zh-CN" altLang="en-US" dirty="0">
                <a:latin typeface="HONOR Sans CN" panose="02000500000000000000" pitchFamily="2" charset="-122"/>
                <a:ea typeface="HONOR Sans CN" panose="02000500000000000000" pitchFamily="2" charset="-122"/>
              </a:rPr>
              <a:t>比 </a:t>
            </a:r>
            <a:r>
              <a:rPr lang="en-US" altLang="zh-CN" dirty="0">
                <a:latin typeface="HONOR Sans CN" panose="02000500000000000000" pitchFamily="2" charset="-122"/>
                <a:ea typeface="HONOR Sans CN" panose="02000500000000000000" pitchFamily="2" charset="-122"/>
              </a:rPr>
              <a:t>Java</a:t>
            </a:r>
            <a:r>
              <a:rPr lang="zh-CN" altLang="en-US" dirty="0">
                <a:latin typeface="HONOR Sans CN" panose="02000500000000000000" pitchFamily="2" charset="-122"/>
                <a:ea typeface="HONOR Sans CN" panose="02000500000000000000" pitchFamily="2" charset="-122"/>
              </a:rPr>
              <a:t>（咖啡 </a:t>
            </a:r>
            <a:r>
              <a:rPr lang="en-US" altLang="zh-CN" dirty="0">
                <a:latin typeface="HONOR Sans CN" panose="02000500000000000000" pitchFamily="2" charset="-122"/>
                <a:ea typeface="HONOR Sans CN" panose="02000500000000000000" pitchFamily="2" charset="-122"/>
              </a:rPr>
              <a:t>LOGO</a:t>
            </a:r>
            <a:r>
              <a:rPr lang="zh-CN" altLang="en-US" dirty="0">
                <a:latin typeface="HONOR Sans CN" panose="02000500000000000000" pitchFamily="2" charset="-122"/>
                <a:ea typeface="HONOR Sans CN" panose="02000500000000000000" pitchFamily="2" charset="-122"/>
              </a:rPr>
              <a:t>）具有更现代的语法与特性。“无糖”被划掉是因为 </a:t>
            </a:r>
            <a:r>
              <a:rPr lang="en-US" altLang="zh-CN" dirty="0">
                <a:latin typeface="HONOR Sans CN" panose="02000500000000000000" pitchFamily="2" charset="-122"/>
                <a:ea typeface="HONOR Sans CN" panose="02000500000000000000" pitchFamily="2" charset="-122"/>
              </a:rPr>
              <a:t>Kotlin </a:t>
            </a:r>
            <a:r>
              <a:rPr lang="zh-CN" altLang="en-US" dirty="0">
                <a:latin typeface="HONOR Sans CN" panose="02000500000000000000" pitchFamily="2" charset="-122"/>
                <a:ea typeface="HONOR Sans CN" panose="02000500000000000000" pitchFamily="2" charset="-122"/>
              </a:rPr>
              <a:t>本身具有不少的语法糖。</a:t>
            </a:r>
            <a:endParaRPr dirty="0">
              <a:latin typeface="HONOR Sans CN" panose="02000500000000000000" pitchFamily="2" charset="-122"/>
              <a:ea typeface="HONOR Sans CN" panose="02000500000000000000" pitchFamily="2"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
        <p:cNvGrpSpPr/>
        <p:nvPr/>
      </p:nvGrpSpPr>
      <p:grpSpPr>
        <a:xfrm>
          <a:off x="0" y="0"/>
          <a:ext cx="0" cy="0"/>
          <a:chOff x="0" y="0"/>
          <a:chExt cx="0" cy="0"/>
        </a:xfrm>
      </p:grpSpPr>
      <p:sp>
        <p:nvSpPr>
          <p:cNvPr id="49" name="Google Shape;49;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0" name="Google Shape;50;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latin typeface="HONOR Sans CN" panose="02000500000000000000" pitchFamily="2" charset="-122"/>
              <a:ea typeface="HONOR Sans CN" panose="02000500000000000000" pitchFamily="2"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2" name="Google Shape;62;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dirty="0">
                <a:latin typeface="HONOR Sans CN" panose="02000500000000000000" pitchFamily="2" charset="-122"/>
                <a:ea typeface="HONOR Sans CN" panose="02000500000000000000" pitchFamily="2" charset="-122"/>
                <a:cs typeface="Open Sans"/>
                <a:sym typeface="Open Sans"/>
              </a:rPr>
              <a:t>See </a:t>
            </a:r>
            <a:r>
              <a:rPr lang="en" u="sng" dirty="0">
                <a:solidFill>
                  <a:schemeClr val="hlink"/>
                </a:solidFill>
                <a:latin typeface="HONOR Sans CN" panose="02000500000000000000" pitchFamily="2" charset="-122"/>
                <a:ea typeface="HONOR Sans CN" panose="02000500000000000000" pitchFamily="2" charset="-122"/>
                <a:cs typeface="Open Sans"/>
                <a:sym typeface="Open Sans"/>
                <a:hlinkClick r:id="rId3"/>
              </a:rPr>
              <a:t>Kotlin island on Google Maps</a:t>
            </a:r>
            <a:r>
              <a:rPr lang="en" dirty="0">
                <a:latin typeface="HONOR Sans CN" panose="02000500000000000000" pitchFamily="2" charset="-122"/>
                <a:ea typeface="HONOR Sans CN" panose="02000500000000000000" pitchFamily="2" charset="-122"/>
                <a:cs typeface="Open Sans"/>
                <a:sym typeface="Open Sans"/>
              </a:rPr>
              <a:t> :)</a:t>
            </a:r>
            <a:endParaRPr dirty="0">
              <a:latin typeface="HONOR Sans CN" panose="02000500000000000000" pitchFamily="2" charset="-122"/>
              <a:ea typeface="HONOR Sans CN" panose="02000500000000000000" pitchFamily="2" charset="-122"/>
              <a:cs typeface="Open Sans"/>
              <a:sym typeface="Open San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0" name="Google Shape;70;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indent="0">
              <a:buNone/>
            </a:pPr>
            <a:r>
              <a:rPr lang="zh-CN" altLang="en-US" dirty="0"/>
              <a:t>分号不是必须的，也不是被禁止的。表达式可以用分号结束，如果表达式与下一个表达式之间用换行隔开，则不需要分号。</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6" name="Google Shape;76;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0"/>
              </a:spcAft>
              <a:buClr>
                <a:schemeClr val="dk1"/>
              </a:buClr>
              <a:buSzPts val="1100"/>
              <a:buFont typeface="Arial"/>
              <a:buNone/>
            </a:pPr>
            <a:r>
              <a:rPr lang="en" dirty="0">
                <a:solidFill>
                  <a:schemeClr val="dk1"/>
                </a:solidFill>
                <a:latin typeface="HONOR Sans CN" panose="02000500000000000000" pitchFamily="2" charset="-122"/>
                <a:ea typeface="HONOR Sans CN" panose="02000500000000000000" pitchFamily="2" charset="-122"/>
                <a:cs typeface="Open Sans"/>
                <a:sym typeface="Open Sans"/>
              </a:rPr>
              <a:t>See the docs for more on the </a:t>
            </a:r>
            <a:r>
              <a:rPr lang="en" u="sng" dirty="0">
                <a:solidFill>
                  <a:srgbClr val="2200CC"/>
                </a:solidFill>
                <a:latin typeface="HONOR Sans CN" panose="02000500000000000000" pitchFamily="2" charset="-122"/>
                <a:ea typeface="HONOR Sans CN" panose="02000500000000000000" pitchFamily="2" charset="-122"/>
                <a:cs typeface="Open Sans"/>
                <a:sym typeface="Open Sans"/>
                <a:hlinkClick r:id="rId3">
                  <a:extLst>
                    <a:ext uri="{A12FA001-AC4F-418D-AE19-62706E023703}">
                      <ahyp:hlinkClr xmlns:ahyp="http://schemas.microsoft.com/office/drawing/2018/hyperlinkcolor" val="tx"/>
                    </a:ext>
                  </a:extLst>
                </a:hlinkClick>
              </a:rPr>
              <a:t>program entry point</a:t>
            </a:r>
            <a:r>
              <a:rPr lang="en" dirty="0">
                <a:solidFill>
                  <a:schemeClr val="dk1"/>
                </a:solidFill>
                <a:latin typeface="HONOR Sans CN" panose="02000500000000000000" pitchFamily="2" charset="-122"/>
                <a:ea typeface="HONOR Sans CN" panose="02000500000000000000" pitchFamily="2" charset="-122"/>
                <a:cs typeface="Open Sans"/>
                <a:sym typeface="Open Sans"/>
              </a:rPr>
              <a:t>.</a:t>
            </a:r>
            <a:br>
              <a:rPr lang="en" dirty="0">
                <a:solidFill>
                  <a:schemeClr val="dk1"/>
                </a:solidFill>
                <a:latin typeface="HONOR Sans CN" panose="02000500000000000000" pitchFamily="2" charset="-122"/>
                <a:ea typeface="HONOR Sans CN" panose="02000500000000000000" pitchFamily="2" charset="-122"/>
                <a:cs typeface="Open Sans"/>
                <a:sym typeface="Open Sans"/>
              </a:rPr>
            </a:br>
            <a:r>
              <a:rPr lang="en" dirty="0">
                <a:solidFill>
                  <a:schemeClr val="dk1"/>
                </a:solidFill>
                <a:latin typeface="HONOR Sans CN" panose="02000500000000000000" pitchFamily="2" charset="-122"/>
                <a:ea typeface="HONOR Sans CN" panose="02000500000000000000" pitchFamily="2" charset="-122"/>
                <a:cs typeface="Open Sans"/>
                <a:sym typeface="Open Sans"/>
              </a:rPr>
              <a:t>The next several slides cover the </a:t>
            </a:r>
            <a:r>
              <a:rPr lang="en" u="sng" dirty="0">
                <a:solidFill>
                  <a:srgbClr val="2200CC"/>
                </a:solidFill>
                <a:latin typeface="HONOR Sans CN" panose="02000500000000000000" pitchFamily="2" charset="-122"/>
                <a:ea typeface="HONOR Sans CN" panose="02000500000000000000" pitchFamily="2" charset="-122"/>
                <a:cs typeface="Open Sans"/>
                <a:sym typeface="Open Sans"/>
                <a:hlinkClick r:id="rId4">
                  <a:extLst>
                    <a:ext uri="{A12FA001-AC4F-418D-AE19-62706E023703}">
                      <ahyp:hlinkClr xmlns:ahyp="http://schemas.microsoft.com/office/drawing/2018/hyperlinkcolor" val="tx"/>
                    </a:ext>
                  </a:extLst>
                </a:hlinkClick>
              </a:rPr>
              <a:t>“Basic syntax”</a:t>
            </a:r>
            <a:r>
              <a:rPr lang="en" dirty="0">
                <a:solidFill>
                  <a:schemeClr val="dk1"/>
                </a:solidFill>
                <a:latin typeface="HONOR Sans CN" panose="02000500000000000000" pitchFamily="2" charset="-122"/>
                <a:ea typeface="HONOR Sans CN" panose="02000500000000000000" pitchFamily="2" charset="-122"/>
                <a:cs typeface="Open Sans"/>
                <a:sym typeface="Open Sans"/>
              </a:rPr>
              <a:t> section of Kotlin docs.</a:t>
            </a:r>
            <a:endParaRPr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lnSpc>
                <a:spcPct val="150000"/>
              </a:lnSpc>
              <a:spcBef>
                <a:spcPts val="0"/>
              </a:spcBef>
              <a:spcAft>
                <a:spcPts val="0"/>
              </a:spcAft>
              <a:buSzPts val="1100"/>
              <a:buNone/>
            </a:pPr>
            <a:endParaRPr dirty="0">
              <a:latin typeface="HONOR Sans CN" panose="02000500000000000000" pitchFamily="2" charset="-122"/>
              <a:ea typeface="HONOR Sans CN" panose="02000500000000000000" pitchFamily="2" charset="-122"/>
              <a:cs typeface="Open Sans"/>
              <a:sym typeface="Open San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2" name="Google Shape;82;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0"/>
              </a:spcAft>
              <a:buClr>
                <a:schemeClr val="dk1"/>
              </a:buClr>
              <a:buSzPts val="1100"/>
              <a:buFont typeface="Arial"/>
              <a:buNone/>
            </a:pPr>
            <a:r>
              <a:rPr lang="en" dirty="0">
                <a:solidFill>
                  <a:schemeClr val="dk1"/>
                </a:solidFill>
                <a:latin typeface="HONOR Sans CN" panose="02000500000000000000" pitchFamily="2" charset="-122"/>
                <a:ea typeface="HONOR Sans CN" panose="02000500000000000000" pitchFamily="2" charset="-122"/>
                <a:cs typeface="Open Sans"/>
                <a:sym typeface="Open Sans"/>
              </a:rPr>
              <a:t>See the docs for more on </a:t>
            </a:r>
            <a:r>
              <a:rPr lang="en" u="sng" dirty="0">
                <a:solidFill>
                  <a:srgbClr val="2200CC"/>
                </a:solidFill>
                <a:latin typeface="HONOR Sans CN" panose="02000500000000000000" pitchFamily="2" charset="-122"/>
                <a:ea typeface="HONOR Sans CN" panose="02000500000000000000" pitchFamily="2" charset="-122"/>
                <a:cs typeface="Open Sans"/>
                <a:sym typeface="Open Sans"/>
                <a:hlinkClick r:id="rId3">
                  <a:extLst>
                    <a:ext uri="{A12FA001-AC4F-418D-AE19-62706E023703}">
                      <ahyp:hlinkClr xmlns:ahyp="http://schemas.microsoft.com/office/drawing/2018/hyperlinkcolor" val="tx"/>
                    </a:ext>
                  </a:extLst>
                </a:hlinkClick>
              </a:rPr>
              <a:t>variables</a:t>
            </a:r>
            <a:r>
              <a:rPr lang="en" dirty="0">
                <a:solidFill>
                  <a:schemeClr val="dk1"/>
                </a:solidFill>
                <a:latin typeface="HONOR Sans CN" panose="02000500000000000000" pitchFamily="2" charset="-122"/>
                <a:ea typeface="HONOR Sans CN" panose="02000500000000000000" pitchFamily="2" charset="-122"/>
                <a:cs typeface="Open Sans"/>
                <a:sym typeface="Open Sans"/>
              </a:rPr>
              <a:t>.</a:t>
            </a:r>
            <a:endParaRPr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lnSpc>
                <a:spcPct val="150000"/>
              </a:lnSpc>
              <a:spcBef>
                <a:spcPts val="0"/>
              </a:spcBef>
              <a:spcAft>
                <a:spcPts val="0"/>
              </a:spcAft>
              <a:buClr>
                <a:schemeClr val="dk1"/>
              </a:buClr>
              <a:buSzPts val="1100"/>
              <a:buFont typeface="Arial"/>
              <a:buNone/>
            </a:pPr>
            <a:br>
              <a:rPr lang="en" dirty="0">
                <a:solidFill>
                  <a:schemeClr val="dk1"/>
                </a:solidFill>
                <a:latin typeface="HONOR Sans CN" panose="02000500000000000000" pitchFamily="2" charset="-122"/>
                <a:ea typeface="HONOR Sans CN" panose="02000500000000000000" pitchFamily="2" charset="-122"/>
                <a:cs typeface="Open Sans"/>
                <a:sym typeface="Open Sans"/>
              </a:rPr>
            </a:b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延迟赋值变量在使用前应先赋值。但关于如何使用延迟赋值的完整描述相当复杂，因此除非有必要，否则建议不要使用它。</a:t>
            </a:r>
            <a:endParaRPr lang="en-US" altLang="zh-CN"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lnSpc>
                <a:spcPct val="150000"/>
              </a:lnSpc>
              <a:spcBef>
                <a:spcPts val="0"/>
              </a:spcBef>
              <a:spcAft>
                <a:spcPts val="0"/>
              </a:spcAft>
              <a:buClr>
                <a:schemeClr val="dk1"/>
              </a:buClr>
              <a:buSzPts val="1100"/>
              <a:buFont typeface="Arial"/>
              <a:buNone/>
            </a:pPr>
            <a:endParaRPr lang="en-US" altLang="zh-CN"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lnSpc>
                <a:spcPct val="150000"/>
              </a:lnSpc>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另外，不要混淆可变变量和可变值。可变变量可以给变量赋值。可变值允许你改变变量的值，并保留变量对该值的引用。</a:t>
            </a:r>
            <a:endParaRPr dirty="0">
              <a:solidFill>
                <a:schemeClr val="dk1"/>
              </a:solidFill>
              <a:latin typeface="HONOR Sans CN" panose="02000500000000000000" pitchFamily="2" charset="-122"/>
              <a:ea typeface="HONOR Sans CN" panose="02000500000000000000" pitchFamily="2" charset="-122"/>
              <a:cs typeface="Open Sans"/>
              <a:sym typeface="Open San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8" name="Google Shape;88;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dirty="0">
                <a:solidFill>
                  <a:schemeClr val="dk1"/>
                </a:solidFill>
                <a:latin typeface="HONOR Sans CN" panose="02000500000000000000" pitchFamily="2" charset="-122"/>
                <a:ea typeface="HONOR Sans CN" panose="02000500000000000000" pitchFamily="2" charset="-122"/>
                <a:cs typeface="Open Sans"/>
                <a:sym typeface="Open Sans"/>
              </a:rPr>
              <a:t>See the docs for more on </a:t>
            </a:r>
            <a:r>
              <a:rPr lang="en" u="sng" dirty="0">
                <a:solidFill>
                  <a:srgbClr val="2200CC"/>
                </a:solidFill>
                <a:latin typeface="HONOR Sans CN" panose="02000500000000000000" pitchFamily="2" charset="-122"/>
                <a:ea typeface="HONOR Sans CN" panose="02000500000000000000" pitchFamily="2" charset="-122"/>
                <a:cs typeface="Open Sans"/>
                <a:sym typeface="Open Sans"/>
                <a:hlinkClick r:id="rId3">
                  <a:extLst>
                    <a:ext uri="{A12FA001-AC4F-418D-AE19-62706E023703}">
                      <ahyp:hlinkClr xmlns:ahyp="http://schemas.microsoft.com/office/drawing/2018/hyperlinkcolor" val="tx"/>
                    </a:ext>
                  </a:extLst>
                </a:hlinkClick>
              </a:rPr>
              <a:t>Properties</a:t>
            </a:r>
            <a:r>
              <a:rPr lang="en" dirty="0">
                <a:solidFill>
                  <a:schemeClr val="dk1"/>
                </a:solidFill>
                <a:latin typeface="HONOR Sans CN" panose="02000500000000000000" pitchFamily="2" charset="-122"/>
                <a:ea typeface="HONOR Sans CN" panose="02000500000000000000" pitchFamily="2" charset="-122"/>
                <a:cs typeface="Open Sans"/>
                <a:sym typeface="Open Sans"/>
              </a:rPr>
              <a:t>.</a:t>
            </a:r>
            <a:endParaRPr dirty="0">
              <a:latin typeface="HONOR Sans CN" panose="02000500000000000000" pitchFamily="2" charset="-122"/>
              <a:ea typeface="HONOR Sans CN" panose="02000500000000000000" pitchFamily="2" charset="-122"/>
              <a:cs typeface="Open Sans"/>
              <a:sym typeface="Open San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4" name="Google Shape;94;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dirty="0">
                <a:solidFill>
                  <a:schemeClr val="dk1"/>
                </a:solidFill>
                <a:latin typeface="HONOR Sans CN" panose="02000500000000000000" pitchFamily="2" charset="-122"/>
                <a:ea typeface="HONOR Sans CN" panose="02000500000000000000" pitchFamily="2" charset="-122"/>
                <a:cs typeface="Open Sans"/>
                <a:sym typeface="Open Sans"/>
              </a:rPr>
              <a:t>See the docs for more on functions: </a:t>
            </a:r>
            <a:r>
              <a:rPr lang="en" u="sng" dirty="0">
                <a:solidFill>
                  <a:srgbClr val="2200CC"/>
                </a:solidFill>
                <a:latin typeface="HONOR Sans CN" panose="02000500000000000000" pitchFamily="2" charset="-122"/>
                <a:ea typeface="HONOR Sans CN" panose="02000500000000000000" pitchFamily="2" charset="-122"/>
                <a:cs typeface="Open Sans"/>
                <a:sym typeface="Open Sans"/>
                <a:hlinkClick r:id="rId3">
                  <a:extLst>
                    <a:ext uri="{A12FA001-AC4F-418D-AE19-62706E023703}">
                      <ahyp:hlinkClr xmlns:ahyp="http://schemas.microsoft.com/office/drawing/2018/hyperlinkcolor" val="tx"/>
                    </a:ext>
                  </a:extLst>
                </a:hlinkClick>
              </a:rPr>
              <a:t>here</a:t>
            </a:r>
            <a:r>
              <a:rPr lang="en" dirty="0">
                <a:solidFill>
                  <a:schemeClr val="dk1"/>
                </a:solidFill>
                <a:latin typeface="HONOR Sans CN" panose="02000500000000000000" pitchFamily="2" charset="-122"/>
                <a:ea typeface="HONOR Sans CN" panose="02000500000000000000" pitchFamily="2" charset="-122"/>
                <a:cs typeface="Open Sans"/>
                <a:sym typeface="Open Sans"/>
              </a:rPr>
              <a:t> and </a:t>
            </a:r>
            <a:r>
              <a:rPr lang="en" u="sng" dirty="0">
                <a:solidFill>
                  <a:srgbClr val="2200CC"/>
                </a:solidFill>
                <a:latin typeface="HONOR Sans CN" panose="02000500000000000000" pitchFamily="2" charset="-122"/>
                <a:ea typeface="HONOR Sans CN" panose="02000500000000000000" pitchFamily="2" charset="-122"/>
                <a:cs typeface="Open Sans"/>
                <a:sym typeface="Open Sans"/>
                <a:hlinkClick r:id="rId4">
                  <a:extLst>
                    <a:ext uri="{A12FA001-AC4F-418D-AE19-62706E023703}">
                      <ahyp:hlinkClr xmlns:ahyp="http://schemas.microsoft.com/office/drawing/2018/hyperlinkcolor" val="tx"/>
                    </a:ext>
                  </a:extLst>
                </a:hlinkClick>
              </a:rPr>
              <a:t>here</a:t>
            </a:r>
            <a:r>
              <a:rPr lang="en" dirty="0">
                <a:solidFill>
                  <a:schemeClr val="dk1"/>
                </a:solidFill>
                <a:latin typeface="HONOR Sans CN" panose="02000500000000000000" pitchFamily="2" charset="-122"/>
                <a:ea typeface="HONOR Sans CN" panose="02000500000000000000" pitchFamily="2" charset="-122"/>
                <a:cs typeface="Open Sans"/>
                <a:sym typeface="Open Sans"/>
              </a:rPr>
              <a:t>.</a:t>
            </a:r>
            <a:endParaRPr dirty="0">
              <a:latin typeface="HONOR Sans CN" panose="02000500000000000000" pitchFamily="2" charset="-122"/>
              <a:ea typeface="HONOR Sans CN" panose="02000500000000000000" pitchFamily="2" charset="-122"/>
              <a:cs typeface="Open Sans"/>
              <a:sym typeface="Open San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1" name="Google Shape;101;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dirty="0">
                <a:solidFill>
                  <a:schemeClr val="dk1"/>
                </a:solidFill>
                <a:latin typeface="HONOR Sans CN" panose="02000500000000000000" pitchFamily="2" charset="-122"/>
                <a:ea typeface="HONOR Sans CN" panose="02000500000000000000" pitchFamily="2" charset="-122"/>
                <a:cs typeface="Open Sans"/>
                <a:sym typeface="Open Sans"/>
              </a:rPr>
              <a:t>See the docs for more on </a:t>
            </a:r>
            <a:r>
              <a:rPr lang="en" u="sng" dirty="0">
                <a:solidFill>
                  <a:srgbClr val="2200CC"/>
                </a:solidFill>
                <a:latin typeface="HONOR Sans CN" panose="02000500000000000000" pitchFamily="2" charset="-122"/>
                <a:ea typeface="HONOR Sans CN" panose="02000500000000000000" pitchFamily="2" charset="-122"/>
                <a:cs typeface="Open Sans"/>
                <a:sym typeface="Open Sans"/>
                <a:hlinkClick r:id="rId3">
                  <a:extLst>
                    <a:ext uri="{A12FA001-AC4F-418D-AE19-62706E023703}">
                      <ahyp:hlinkClr xmlns:ahyp="http://schemas.microsoft.com/office/drawing/2018/hyperlinkcolor" val="tx"/>
                    </a:ext>
                  </a:extLst>
                </a:hlinkClick>
              </a:rPr>
              <a:t>conditional expressions</a:t>
            </a:r>
            <a:r>
              <a:rPr lang="en" dirty="0">
                <a:solidFill>
                  <a:schemeClr val="dk1"/>
                </a:solidFill>
                <a:latin typeface="HONOR Sans CN" panose="02000500000000000000" pitchFamily="2" charset="-122"/>
                <a:ea typeface="HONOR Sans CN" panose="02000500000000000000" pitchFamily="2" charset="-122"/>
                <a:cs typeface="Open Sans"/>
                <a:sym typeface="Open Sans"/>
              </a:rPr>
              <a:t> and </a:t>
            </a:r>
            <a:r>
              <a:rPr lang="en" u="sng" dirty="0">
                <a:solidFill>
                  <a:srgbClr val="2200CC"/>
                </a:solidFill>
                <a:latin typeface="HONOR Sans CN" panose="02000500000000000000" pitchFamily="2" charset="-122"/>
                <a:ea typeface="HONOR Sans CN" panose="02000500000000000000" pitchFamily="2" charset="-122"/>
                <a:cs typeface="Open Sans"/>
                <a:sym typeface="Open Sans"/>
                <a:hlinkClick r:id="rId4">
                  <a:extLst>
                    <a:ext uri="{A12FA001-AC4F-418D-AE19-62706E023703}">
                      <ahyp:hlinkClr xmlns:ahyp="http://schemas.microsoft.com/office/drawing/2018/hyperlinkcolor" val="tx"/>
                    </a:ext>
                  </a:extLst>
                </a:hlinkClick>
              </a:rPr>
              <a:t>if</a:t>
            </a:r>
            <a:r>
              <a:rPr lang="en" dirty="0">
                <a:solidFill>
                  <a:schemeClr val="dk1"/>
                </a:solidFill>
                <a:latin typeface="HONOR Sans CN" panose="02000500000000000000" pitchFamily="2" charset="-122"/>
                <a:ea typeface="HONOR Sans CN" panose="02000500000000000000" pitchFamily="2" charset="-122"/>
                <a:cs typeface="Open Sans"/>
                <a:sym typeface="Open Sans"/>
              </a:rPr>
              <a:t>.</a:t>
            </a:r>
            <a:endParaRPr dirty="0">
              <a:latin typeface="HONOR Sans CN" panose="02000500000000000000" pitchFamily="2" charset="-122"/>
              <a:ea typeface="HONOR Sans CN" panose="02000500000000000000" pitchFamily="2" charset="-122"/>
              <a:cs typeface="Open Sans"/>
              <a:sym typeface="Open San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1" name="Google Shape;111;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0"/>
              </a:spcAft>
              <a:buSzPts val="1100"/>
              <a:buNone/>
            </a:pPr>
            <a:r>
              <a:rPr lang="en" dirty="0">
                <a:solidFill>
                  <a:srgbClr val="333333"/>
                </a:solidFill>
                <a:latin typeface="HONOR Sans CN" panose="02000500000000000000" pitchFamily="2" charset="-122"/>
                <a:ea typeface="HONOR Sans CN" panose="02000500000000000000" pitchFamily="2" charset="-122"/>
                <a:cs typeface="Open Sans"/>
                <a:sym typeface="Open Sans"/>
              </a:rPr>
              <a:t>See the docs for more on </a:t>
            </a:r>
            <a:r>
              <a:rPr lang="en" u="sng" dirty="0">
                <a:solidFill>
                  <a:srgbClr val="2200CC"/>
                </a:solidFill>
                <a:latin typeface="HONOR Sans CN" panose="02000500000000000000" pitchFamily="2" charset="-122"/>
                <a:ea typeface="HONOR Sans CN" panose="02000500000000000000" pitchFamily="2" charset="-122"/>
                <a:cs typeface="Open Sans"/>
                <a:sym typeface="Open Sans"/>
                <a:hlinkClick r:id="rId3">
                  <a:extLst>
                    <a:ext uri="{A12FA001-AC4F-418D-AE19-62706E023703}">
                      <ahyp:hlinkClr xmlns:ahyp="http://schemas.microsoft.com/office/drawing/2018/hyperlinkcolor" val="tx"/>
                    </a:ext>
                  </a:extLst>
                </a:hlinkClick>
              </a:rPr>
              <a:t>when</a:t>
            </a:r>
            <a:r>
              <a:rPr lang="en" dirty="0">
                <a:solidFill>
                  <a:srgbClr val="333333"/>
                </a:solidFill>
                <a:latin typeface="HONOR Sans CN" panose="02000500000000000000" pitchFamily="2" charset="-122"/>
                <a:ea typeface="HONOR Sans CN" panose="02000500000000000000" pitchFamily="2" charset="-122"/>
                <a:cs typeface="Open Sans"/>
                <a:sym typeface="Open Sans"/>
              </a:rPr>
              <a:t>.</a:t>
            </a:r>
            <a:endParaRPr dirty="0">
              <a:solidFill>
                <a:srgbClr val="333333"/>
              </a:solidFill>
              <a:latin typeface="HONOR Sans CN" panose="02000500000000000000" pitchFamily="2" charset="-122"/>
              <a:ea typeface="HONOR Sans CN" panose="02000500000000000000" pitchFamily="2" charset="-122"/>
              <a:cs typeface="Open Sans"/>
              <a:sym typeface="Open Sans"/>
            </a:endParaRPr>
          </a:p>
          <a:p>
            <a:pPr marL="0" lvl="0" indent="0" algn="l" rtl="0">
              <a:lnSpc>
                <a:spcPct val="150000"/>
              </a:lnSpc>
              <a:spcBef>
                <a:spcPts val="0"/>
              </a:spcBef>
              <a:spcAft>
                <a:spcPts val="0"/>
              </a:spcAft>
              <a:buSzPts val="1100"/>
              <a:buNone/>
            </a:pPr>
            <a:endParaRPr dirty="0">
              <a:solidFill>
                <a:srgbClr val="333333"/>
              </a:solidFill>
              <a:latin typeface="HONOR Sans CN" panose="02000500000000000000" pitchFamily="2" charset="-122"/>
              <a:ea typeface="HONOR Sans CN" panose="02000500000000000000" pitchFamily="2" charset="-122"/>
              <a:cs typeface="Open Sans"/>
              <a:sym typeface="Open Sans"/>
            </a:endParaRPr>
          </a:p>
          <a:p>
            <a:pPr marL="0" lvl="0" indent="0" algn="l" rtl="0">
              <a:lnSpc>
                <a:spcPct val="150000"/>
              </a:lnSpc>
              <a:spcBef>
                <a:spcPts val="0"/>
              </a:spcBef>
              <a:spcAft>
                <a:spcPts val="0"/>
              </a:spcAft>
              <a:buSzPts val="1100"/>
              <a:buNone/>
            </a:pPr>
            <a:r>
              <a:rPr lang="en-US" altLang="zh-CN" dirty="0">
                <a:solidFill>
                  <a:srgbClr val="3F51B5"/>
                </a:solidFill>
                <a:latin typeface="JetBrains Mono"/>
                <a:ea typeface="JetBrains Mono"/>
                <a:cs typeface="JetBrains Mono"/>
                <a:sym typeface="JetBrains Mono"/>
              </a:rPr>
              <a:t>when </a:t>
            </a:r>
            <a:r>
              <a:rPr lang="zh-CN" altLang="en-US" dirty="0">
                <a:solidFill>
                  <a:srgbClr val="3F51B5"/>
                </a:solidFill>
                <a:latin typeface="JetBrains Mono"/>
                <a:ea typeface="JetBrains Mono"/>
                <a:cs typeface="JetBrains Mono"/>
                <a:sym typeface="JetBrains Mono"/>
              </a:rPr>
              <a:t>会评估第一个符合条件的条件分支（如果存在）。但需要注意非纯的分支条件，因为 </a:t>
            </a:r>
            <a:r>
              <a:rPr lang="en-US" altLang="zh-CN" dirty="0">
                <a:solidFill>
                  <a:srgbClr val="3F51B5"/>
                </a:solidFill>
                <a:latin typeface="JetBrains Mono"/>
                <a:ea typeface="JetBrains Mono"/>
                <a:cs typeface="JetBrains Mono"/>
                <a:sym typeface="JetBrains Mono"/>
              </a:rPr>
              <a:t>when </a:t>
            </a:r>
            <a:r>
              <a:rPr lang="zh-CN" altLang="en-US" dirty="0">
                <a:solidFill>
                  <a:srgbClr val="3F51B5"/>
                </a:solidFill>
                <a:latin typeface="JetBrains Mono"/>
                <a:ea typeface="JetBrains Mono"/>
                <a:cs typeface="JetBrains Mono"/>
                <a:sym typeface="JetBrains Mono"/>
              </a:rPr>
              <a:t>是按需计算的。更准确地说，</a:t>
            </a:r>
            <a:r>
              <a:rPr lang="en-US" altLang="zh-CN" dirty="0">
                <a:solidFill>
                  <a:srgbClr val="3F51B5"/>
                </a:solidFill>
                <a:latin typeface="JetBrains Mono"/>
                <a:ea typeface="JetBrains Mono"/>
                <a:cs typeface="JetBrains Mono"/>
                <a:sym typeface="JetBrains Mono"/>
              </a:rPr>
              <a:t>when </a:t>
            </a:r>
            <a:r>
              <a:rPr lang="zh-CN" altLang="en-US" dirty="0">
                <a:solidFill>
                  <a:srgbClr val="3F51B5"/>
                </a:solidFill>
                <a:latin typeface="JetBrains Mono"/>
                <a:ea typeface="JetBrains Mono"/>
                <a:cs typeface="JetBrains Mono"/>
                <a:sym typeface="JetBrains Mono"/>
              </a:rPr>
              <a:t>会按顺序依次评估分支条件，一旦发现第一个返回 </a:t>
            </a:r>
            <a:r>
              <a:rPr lang="en-US" altLang="zh-CN" dirty="0">
                <a:solidFill>
                  <a:srgbClr val="3F51B5"/>
                </a:solidFill>
                <a:latin typeface="JetBrains Mono"/>
                <a:ea typeface="JetBrains Mono"/>
                <a:cs typeface="JetBrains Mono"/>
                <a:sym typeface="JetBrains Mono"/>
              </a:rPr>
              <a:t>true </a:t>
            </a:r>
            <a:r>
              <a:rPr lang="zh-CN" altLang="en-US" dirty="0">
                <a:solidFill>
                  <a:srgbClr val="3F51B5"/>
                </a:solidFill>
                <a:latin typeface="JetBrains Mono"/>
                <a:ea typeface="JetBrains Mono"/>
                <a:cs typeface="JetBrains Mono"/>
                <a:sym typeface="JetBrains Mono"/>
              </a:rPr>
              <a:t>的条件，就会开始执行该分支的主体代码。因此，</a:t>
            </a:r>
            <a:r>
              <a:rPr lang="en-US" altLang="zh-CN" dirty="0">
                <a:solidFill>
                  <a:srgbClr val="3F51B5"/>
                </a:solidFill>
                <a:latin typeface="JetBrains Mono"/>
                <a:ea typeface="JetBrains Mono"/>
                <a:cs typeface="JetBrains Mono"/>
                <a:sym typeface="JetBrains Mono"/>
              </a:rPr>
              <a:t>when </a:t>
            </a:r>
            <a:r>
              <a:rPr lang="zh-CN" altLang="en-US" dirty="0">
                <a:solidFill>
                  <a:srgbClr val="3F51B5"/>
                </a:solidFill>
                <a:latin typeface="JetBrains Mono"/>
                <a:ea typeface="JetBrains Mono"/>
                <a:cs typeface="JetBrains Mono"/>
                <a:sym typeface="JetBrains Mono"/>
              </a:rPr>
              <a:t>块会评估直至第一个 </a:t>
            </a:r>
            <a:r>
              <a:rPr lang="en-US" altLang="zh-CN" dirty="0">
                <a:solidFill>
                  <a:srgbClr val="3F51B5"/>
                </a:solidFill>
                <a:latin typeface="JetBrains Mono"/>
                <a:ea typeface="JetBrains Mono"/>
                <a:cs typeface="JetBrains Mono"/>
                <a:sym typeface="JetBrains Mono"/>
              </a:rPr>
              <a:t>true </a:t>
            </a:r>
            <a:r>
              <a:rPr lang="zh-CN" altLang="en-US" dirty="0">
                <a:solidFill>
                  <a:srgbClr val="3F51B5"/>
                </a:solidFill>
                <a:latin typeface="JetBrains Mono"/>
                <a:ea typeface="JetBrains Mono"/>
                <a:cs typeface="JetBrains Mono"/>
                <a:sym typeface="JetBrains Mono"/>
              </a:rPr>
              <a:t>条件为止的所有条件，而不再评估后续的条件。其工作原理与连续的 </a:t>
            </a:r>
            <a:r>
              <a:rPr lang="en-US" altLang="zh-CN" dirty="0">
                <a:solidFill>
                  <a:srgbClr val="3F51B5"/>
                </a:solidFill>
                <a:latin typeface="JetBrains Mono"/>
                <a:ea typeface="JetBrains Mono"/>
                <a:cs typeface="JetBrains Mono"/>
                <a:sym typeface="JetBrains Mono"/>
              </a:rPr>
              <a:t>if-else </a:t>
            </a:r>
            <a:r>
              <a:rPr lang="zh-CN" altLang="en-US" dirty="0">
                <a:solidFill>
                  <a:srgbClr val="3F51B5"/>
                </a:solidFill>
                <a:latin typeface="JetBrains Mono"/>
                <a:ea typeface="JetBrains Mono"/>
                <a:cs typeface="JetBrains Mono"/>
                <a:sym typeface="JetBrains Mono"/>
              </a:rPr>
              <a:t>语句块等效。</a:t>
            </a:r>
            <a:endParaRPr lang="en-US" altLang="zh-CN" dirty="0">
              <a:solidFill>
                <a:srgbClr val="3F51B5"/>
              </a:solidFill>
              <a:latin typeface="JetBrains Mono"/>
              <a:ea typeface="JetBrains Mono"/>
              <a:cs typeface="JetBrains Mono"/>
              <a:sym typeface="JetBrains Mono"/>
            </a:endParaRPr>
          </a:p>
          <a:p>
            <a:pPr marL="0" lvl="0" indent="0" algn="l" rtl="0">
              <a:lnSpc>
                <a:spcPct val="150000"/>
              </a:lnSpc>
              <a:spcBef>
                <a:spcPts val="0"/>
              </a:spcBef>
              <a:spcAft>
                <a:spcPts val="0"/>
              </a:spcAft>
              <a:buSzPts val="1100"/>
              <a:buNone/>
            </a:pPr>
            <a:endParaRPr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lnSpc>
                <a:spcPct val="150000"/>
              </a:lnSpc>
              <a:spcBef>
                <a:spcPts val="0"/>
              </a:spcBef>
              <a:spcAft>
                <a:spcPts val="0"/>
              </a:spcAft>
              <a:buSzPts val="1100"/>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例如：</a:t>
            </a:r>
            <a:br>
              <a:rPr lang="en" dirty="0">
                <a:solidFill>
                  <a:schemeClr val="dk1"/>
                </a:solidFill>
                <a:latin typeface="HONOR Sans CN" panose="02000500000000000000" pitchFamily="2" charset="-122"/>
                <a:ea typeface="HONOR Sans CN" panose="02000500000000000000" pitchFamily="2" charset="-122"/>
                <a:cs typeface="Open Sans"/>
                <a:sym typeface="Open Sans"/>
              </a:rPr>
            </a:br>
            <a:r>
              <a:rPr lang="en" dirty="0">
                <a:solidFill>
                  <a:srgbClr val="3F51B5"/>
                </a:solidFill>
                <a:latin typeface="JetBrains Mono"/>
                <a:ea typeface="JetBrains Mono"/>
                <a:cs typeface="JetBrains Mono"/>
                <a:sym typeface="JetBrains Mono"/>
              </a:rPr>
              <a:t>when</a:t>
            </a:r>
            <a:r>
              <a:rPr lang="en" dirty="0">
                <a:solidFill>
                  <a:schemeClr val="dk1"/>
                </a:solidFill>
                <a:latin typeface="JetBrains Mono"/>
                <a:ea typeface="JetBrains Mono"/>
                <a:cs typeface="JetBrains Mono"/>
                <a:sym typeface="JetBrains Mono"/>
              </a:rPr>
              <a:t> (15 as Number) {</a:t>
            </a:r>
            <a:endParaRPr dirty="0">
              <a:solidFill>
                <a:schemeClr val="dk1"/>
              </a:solidFill>
              <a:latin typeface="JetBrains Mono"/>
              <a:ea typeface="JetBrains Mono"/>
              <a:cs typeface="JetBrains Mono"/>
              <a:sym typeface="JetBrains Mono"/>
            </a:endParaRPr>
          </a:p>
          <a:p>
            <a:pPr marL="0" lvl="0" indent="0" algn="l" rtl="0">
              <a:lnSpc>
                <a:spcPct val="150000"/>
              </a:lnSpc>
              <a:spcBef>
                <a:spcPts val="0"/>
              </a:spcBef>
              <a:spcAft>
                <a:spcPts val="0"/>
              </a:spcAft>
              <a:buSzPts val="1100"/>
              <a:buNone/>
            </a:pPr>
            <a:r>
              <a:rPr lang="en" dirty="0">
                <a:solidFill>
                  <a:schemeClr val="dk1"/>
                </a:solidFill>
                <a:latin typeface="JetBrains Mono"/>
                <a:ea typeface="JetBrains Mono"/>
                <a:cs typeface="JetBrains Mono"/>
                <a:sym typeface="JetBrains Mono"/>
              </a:rPr>
              <a:t>	1 -&gt; doFirst()</a:t>
            </a:r>
            <a:endParaRPr dirty="0">
              <a:solidFill>
                <a:schemeClr val="dk1"/>
              </a:solidFill>
              <a:latin typeface="JetBrains Mono"/>
              <a:ea typeface="JetBrains Mono"/>
              <a:cs typeface="JetBrains Mono"/>
              <a:sym typeface="JetBrains Mono"/>
            </a:endParaRPr>
          </a:p>
          <a:p>
            <a:pPr marL="0" lvl="0" indent="0" algn="l" rtl="0">
              <a:lnSpc>
                <a:spcPct val="150000"/>
              </a:lnSpc>
              <a:spcBef>
                <a:spcPts val="0"/>
              </a:spcBef>
              <a:spcAft>
                <a:spcPts val="0"/>
              </a:spcAft>
              <a:buSzPts val="1100"/>
              <a:buNone/>
            </a:pPr>
            <a:r>
              <a:rPr lang="en" dirty="0">
                <a:solidFill>
                  <a:schemeClr val="dk1"/>
                </a:solidFill>
                <a:latin typeface="JetBrains Mono"/>
                <a:ea typeface="JetBrains Mono"/>
                <a:cs typeface="JetBrains Mono"/>
                <a:sym typeface="JetBrains Mono"/>
              </a:rPr>
              <a:t>	</a:t>
            </a:r>
            <a:r>
              <a:rPr lang="en" dirty="0">
                <a:solidFill>
                  <a:srgbClr val="3F51B5"/>
                </a:solidFill>
                <a:latin typeface="JetBrains Mono"/>
                <a:ea typeface="JetBrains Mono"/>
                <a:cs typeface="JetBrains Mono"/>
                <a:sym typeface="JetBrains Mono"/>
              </a:rPr>
              <a:t>in</a:t>
            </a:r>
            <a:r>
              <a:rPr lang="en" dirty="0">
                <a:solidFill>
                  <a:schemeClr val="dk1"/>
                </a:solidFill>
                <a:latin typeface="JetBrains Mono"/>
                <a:ea typeface="JetBrains Mono"/>
                <a:cs typeface="JetBrains Mono"/>
                <a:sym typeface="JetBrains Mono"/>
              </a:rPr>
              <a:t> listOf(2, 3, 4, 5, 6) -&gt; doSecond()</a:t>
            </a:r>
            <a:br>
              <a:rPr lang="en" dirty="0">
                <a:solidFill>
                  <a:schemeClr val="dk1"/>
                </a:solidFill>
                <a:latin typeface="JetBrains Mono"/>
                <a:ea typeface="JetBrains Mono"/>
                <a:cs typeface="JetBrains Mono"/>
                <a:sym typeface="JetBrains Mono"/>
              </a:rPr>
            </a:br>
            <a:r>
              <a:rPr lang="en" dirty="0">
                <a:solidFill>
                  <a:schemeClr val="dk1"/>
                </a:solidFill>
                <a:latin typeface="JetBrains Mono"/>
                <a:ea typeface="JetBrains Mono"/>
                <a:cs typeface="JetBrains Mono"/>
                <a:sym typeface="JetBrains Mono"/>
              </a:rPr>
              <a:t>	</a:t>
            </a:r>
            <a:r>
              <a:rPr lang="en" dirty="0">
                <a:solidFill>
                  <a:srgbClr val="3F51B5"/>
                </a:solidFill>
                <a:latin typeface="JetBrains Mono"/>
                <a:ea typeface="JetBrains Mono"/>
                <a:cs typeface="JetBrains Mono"/>
                <a:sym typeface="JetBrains Mono"/>
              </a:rPr>
              <a:t>is</a:t>
            </a:r>
            <a:r>
              <a:rPr lang="en" dirty="0">
                <a:solidFill>
                  <a:schemeClr val="dk1"/>
                </a:solidFill>
                <a:latin typeface="JetBrains Mono"/>
                <a:ea typeface="JetBrains Mono"/>
                <a:cs typeface="JetBrains Mono"/>
                <a:sym typeface="JetBrains Mono"/>
              </a:rPr>
              <a:t> Double -&gt; doThird()</a:t>
            </a:r>
            <a:br>
              <a:rPr lang="en" dirty="0">
                <a:solidFill>
                  <a:schemeClr val="dk1"/>
                </a:solidFill>
                <a:latin typeface="JetBrains Mono"/>
                <a:ea typeface="JetBrains Mono"/>
                <a:cs typeface="JetBrains Mono"/>
                <a:sym typeface="JetBrains Mono"/>
              </a:rPr>
            </a:br>
            <a:r>
              <a:rPr lang="en" dirty="0">
                <a:solidFill>
                  <a:schemeClr val="dk1"/>
                </a:solidFill>
                <a:latin typeface="JetBrains Mono"/>
                <a:ea typeface="JetBrains Mono"/>
                <a:cs typeface="JetBrains Mono"/>
                <a:sym typeface="JetBrains Mono"/>
              </a:rPr>
              <a:t>	</a:t>
            </a:r>
            <a:r>
              <a:rPr lang="en" dirty="0">
                <a:solidFill>
                  <a:srgbClr val="3F51B5"/>
                </a:solidFill>
                <a:latin typeface="JetBrains Mono"/>
                <a:ea typeface="JetBrains Mono"/>
                <a:cs typeface="JetBrains Mono"/>
                <a:sym typeface="JetBrains Mono"/>
              </a:rPr>
              <a:t>else</a:t>
            </a:r>
            <a:r>
              <a:rPr lang="en" dirty="0">
                <a:solidFill>
                  <a:schemeClr val="dk1"/>
                </a:solidFill>
                <a:latin typeface="JetBrains Mono"/>
                <a:ea typeface="JetBrains Mono"/>
                <a:cs typeface="JetBrains Mono"/>
                <a:sym typeface="JetBrains Mono"/>
              </a:rPr>
              <a:t> -&gt; doFourth()</a:t>
            </a:r>
            <a:endParaRPr dirty="0">
              <a:solidFill>
                <a:schemeClr val="dk1"/>
              </a:solidFill>
              <a:latin typeface="JetBrains Mono"/>
              <a:ea typeface="JetBrains Mono"/>
              <a:cs typeface="JetBrains Mono"/>
              <a:sym typeface="JetBrains Mono"/>
            </a:endParaRPr>
          </a:p>
          <a:p>
            <a:pPr marL="0" lvl="0" indent="0" algn="l" rtl="0">
              <a:lnSpc>
                <a:spcPct val="150000"/>
              </a:lnSpc>
              <a:spcBef>
                <a:spcPts val="0"/>
              </a:spcBef>
              <a:spcAft>
                <a:spcPts val="0"/>
              </a:spcAft>
              <a:buSzPts val="1100"/>
              <a:buNone/>
            </a:pPr>
            <a:r>
              <a:rPr lang="en" dirty="0">
                <a:solidFill>
                  <a:schemeClr val="dk1"/>
                </a:solidFill>
                <a:latin typeface="JetBrains Mono"/>
                <a:ea typeface="JetBrains Mono"/>
                <a:cs typeface="JetBrains Mono"/>
                <a:sym typeface="JetBrains Mono"/>
              </a:rPr>
              <a:t>}</a:t>
            </a:r>
            <a:endParaRPr dirty="0">
              <a:solidFill>
                <a:schemeClr val="dk1"/>
              </a:solidFill>
              <a:latin typeface="JetBrains Mono"/>
              <a:ea typeface="JetBrains Mono"/>
              <a:cs typeface="JetBrains Mono"/>
              <a:sym typeface="JetBrains Mono"/>
            </a:endParaRPr>
          </a:p>
          <a:p>
            <a:pPr marL="0" lvl="0" indent="0" algn="l" rtl="0">
              <a:lnSpc>
                <a:spcPct val="150000"/>
              </a:lnSpc>
              <a:spcBef>
                <a:spcPts val="0"/>
              </a:spcBef>
              <a:spcAft>
                <a:spcPts val="0"/>
              </a:spcAft>
              <a:buSzPts val="1100"/>
              <a:buNone/>
            </a:pPr>
            <a:endParaRPr dirty="0">
              <a:solidFill>
                <a:schemeClr val="dk1"/>
              </a:solidFill>
              <a:latin typeface="JetBrains Mono"/>
              <a:ea typeface="JetBrains Mono"/>
              <a:cs typeface="JetBrains Mono"/>
              <a:sym typeface="JetBrains Mono"/>
            </a:endParaRPr>
          </a:p>
          <a:p>
            <a:pPr marL="0" lvl="0" indent="0" algn="l" rtl="0">
              <a:lnSpc>
                <a:spcPct val="150000"/>
              </a:lnSpc>
              <a:spcBef>
                <a:spcPts val="0"/>
              </a:spcBef>
              <a:spcAft>
                <a:spcPts val="0"/>
              </a:spcAft>
              <a:buSzPts val="1100"/>
              <a:buNone/>
            </a:pPr>
            <a:r>
              <a:rPr lang="zh-CN" altLang="en-US" dirty="0"/>
              <a:t>等同于</a:t>
            </a:r>
            <a:endParaRPr lang="en-US" altLang="zh-CN" dirty="0"/>
          </a:p>
          <a:p>
            <a:pPr marL="0" lvl="0" indent="0" algn="l" rtl="0">
              <a:lnSpc>
                <a:spcPct val="150000"/>
              </a:lnSpc>
              <a:spcBef>
                <a:spcPts val="0"/>
              </a:spcBef>
              <a:spcAft>
                <a:spcPts val="0"/>
              </a:spcAft>
              <a:buSzPts val="1100"/>
              <a:buNone/>
            </a:pPr>
            <a:endParaRPr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lnSpc>
                <a:spcPct val="150000"/>
              </a:lnSpc>
              <a:spcBef>
                <a:spcPts val="0"/>
              </a:spcBef>
              <a:spcAft>
                <a:spcPts val="0"/>
              </a:spcAft>
              <a:buSzPts val="1100"/>
              <a:buNone/>
            </a:pPr>
            <a:r>
              <a:rPr lang="en" dirty="0">
                <a:solidFill>
                  <a:srgbClr val="3F51B5"/>
                </a:solidFill>
                <a:latin typeface="JetBrains Mono"/>
                <a:ea typeface="JetBrains Mono"/>
                <a:cs typeface="JetBrains Mono"/>
                <a:sym typeface="JetBrains Mono"/>
              </a:rPr>
              <a:t>if</a:t>
            </a:r>
            <a:r>
              <a:rPr lang="en" dirty="0">
                <a:solidFill>
                  <a:schemeClr val="dk1"/>
                </a:solidFill>
                <a:latin typeface="JetBrains Mono"/>
                <a:ea typeface="JetBrains Mono"/>
                <a:cs typeface="JetBrains Mono"/>
                <a:sym typeface="JetBrains Mono"/>
              </a:rPr>
              <a:t> (x == 1) { doFirst() }</a:t>
            </a:r>
            <a:endParaRPr dirty="0">
              <a:solidFill>
                <a:schemeClr val="dk1"/>
              </a:solidFill>
              <a:latin typeface="JetBrains Mono"/>
              <a:ea typeface="JetBrains Mono"/>
              <a:cs typeface="JetBrains Mono"/>
              <a:sym typeface="JetBrains Mono"/>
            </a:endParaRPr>
          </a:p>
          <a:p>
            <a:pPr marL="0" lvl="0" indent="0" algn="l" rtl="0">
              <a:lnSpc>
                <a:spcPct val="150000"/>
              </a:lnSpc>
              <a:spcBef>
                <a:spcPts val="0"/>
              </a:spcBef>
              <a:spcAft>
                <a:spcPts val="0"/>
              </a:spcAft>
              <a:buSzPts val="1100"/>
              <a:buNone/>
            </a:pPr>
            <a:r>
              <a:rPr lang="en" dirty="0">
                <a:solidFill>
                  <a:srgbClr val="3F51B5"/>
                </a:solidFill>
                <a:latin typeface="JetBrains Mono"/>
                <a:ea typeface="JetBrains Mono"/>
                <a:cs typeface="JetBrains Mono"/>
                <a:sym typeface="JetBrains Mono"/>
              </a:rPr>
              <a:t>else</a:t>
            </a:r>
            <a:r>
              <a:rPr lang="en" dirty="0">
                <a:solidFill>
                  <a:schemeClr val="dk1"/>
                </a:solidFill>
                <a:latin typeface="JetBrains Mono"/>
                <a:ea typeface="JetBrains Mono"/>
                <a:cs typeface="JetBrains Mono"/>
                <a:sym typeface="JetBrains Mono"/>
              </a:rPr>
              <a:t> </a:t>
            </a:r>
            <a:r>
              <a:rPr lang="en" dirty="0">
                <a:solidFill>
                  <a:srgbClr val="3F51B5"/>
                </a:solidFill>
                <a:latin typeface="JetBrains Mono"/>
                <a:ea typeface="JetBrains Mono"/>
                <a:cs typeface="JetBrains Mono"/>
                <a:sym typeface="JetBrains Mono"/>
              </a:rPr>
              <a:t>if</a:t>
            </a:r>
            <a:r>
              <a:rPr lang="en" dirty="0">
                <a:solidFill>
                  <a:schemeClr val="dk1"/>
                </a:solidFill>
                <a:latin typeface="JetBrains Mono"/>
                <a:ea typeface="JetBrains Mono"/>
                <a:cs typeface="JetBrains Mono"/>
                <a:sym typeface="JetBrains Mono"/>
              </a:rPr>
              <a:t> (x </a:t>
            </a:r>
            <a:r>
              <a:rPr lang="en" dirty="0">
                <a:solidFill>
                  <a:srgbClr val="3F51B5"/>
                </a:solidFill>
                <a:latin typeface="JetBrains Mono"/>
                <a:ea typeface="JetBrains Mono"/>
                <a:cs typeface="JetBrains Mono"/>
                <a:sym typeface="JetBrains Mono"/>
              </a:rPr>
              <a:t>in</a:t>
            </a:r>
            <a:r>
              <a:rPr lang="en" dirty="0">
                <a:solidFill>
                  <a:schemeClr val="dk1"/>
                </a:solidFill>
                <a:latin typeface="JetBrains Mono"/>
                <a:ea typeface="JetBrains Mono"/>
                <a:cs typeface="JetBrains Mono"/>
                <a:sym typeface="JetBrains Mono"/>
              </a:rPr>
              <a:t> listOf(2, 3, 4, 5, 6)) { doSecond() }</a:t>
            </a:r>
            <a:endParaRPr dirty="0">
              <a:solidFill>
                <a:schemeClr val="dk1"/>
              </a:solidFill>
              <a:latin typeface="JetBrains Mono"/>
              <a:ea typeface="JetBrains Mono"/>
              <a:cs typeface="JetBrains Mono"/>
              <a:sym typeface="JetBrains Mono"/>
            </a:endParaRPr>
          </a:p>
          <a:p>
            <a:pPr marL="0" lvl="0" indent="0" algn="l" rtl="0">
              <a:lnSpc>
                <a:spcPct val="150000"/>
              </a:lnSpc>
              <a:spcBef>
                <a:spcPts val="0"/>
              </a:spcBef>
              <a:spcAft>
                <a:spcPts val="0"/>
              </a:spcAft>
              <a:buSzPts val="1100"/>
              <a:buNone/>
            </a:pPr>
            <a:r>
              <a:rPr lang="en" dirty="0">
                <a:solidFill>
                  <a:srgbClr val="3F51B5"/>
                </a:solidFill>
                <a:latin typeface="JetBrains Mono"/>
                <a:ea typeface="JetBrains Mono"/>
                <a:cs typeface="JetBrains Mono"/>
                <a:sym typeface="JetBrains Mono"/>
              </a:rPr>
              <a:t>else</a:t>
            </a:r>
            <a:r>
              <a:rPr lang="en" dirty="0">
                <a:solidFill>
                  <a:schemeClr val="dk1"/>
                </a:solidFill>
                <a:latin typeface="JetBrains Mono"/>
                <a:ea typeface="JetBrains Mono"/>
                <a:cs typeface="JetBrains Mono"/>
                <a:sym typeface="JetBrains Mono"/>
              </a:rPr>
              <a:t> </a:t>
            </a:r>
            <a:r>
              <a:rPr lang="en" dirty="0">
                <a:solidFill>
                  <a:srgbClr val="3F51B5"/>
                </a:solidFill>
                <a:latin typeface="JetBrains Mono"/>
                <a:ea typeface="JetBrains Mono"/>
                <a:cs typeface="JetBrains Mono"/>
                <a:sym typeface="JetBrains Mono"/>
              </a:rPr>
              <a:t>if</a:t>
            </a:r>
            <a:r>
              <a:rPr lang="en" dirty="0">
                <a:solidFill>
                  <a:schemeClr val="dk1"/>
                </a:solidFill>
                <a:latin typeface="JetBrains Mono"/>
                <a:ea typeface="JetBrains Mono"/>
                <a:cs typeface="JetBrains Mono"/>
                <a:sym typeface="JetBrains Mono"/>
              </a:rPr>
              <a:t> (x </a:t>
            </a:r>
            <a:r>
              <a:rPr lang="en" dirty="0">
                <a:solidFill>
                  <a:srgbClr val="3F51B5"/>
                </a:solidFill>
                <a:latin typeface="JetBrains Mono"/>
                <a:ea typeface="JetBrains Mono"/>
                <a:cs typeface="JetBrains Mono"/>
                <a:sym typeface="JetBrains Mono"/>
              </a:rPr>
              <a:t>is</a:t>
            </a:r>
            <a:r>
              <a:rPr lang="en" dirty="0">
                <a:solidFill>
                  <a:schemeClr val="dk1"/>
                </a:solidFill>
                <a:latin typeface="JetBrains Mono"/>
                <a:ea typeface="JetBrains Mono"/>
                <a:cs typeface="JetBrains Mono"/>
                <a:sym typeface="JetBrains Mono"/>
              </a:rPr>
              <a:t> Double) { doThird() }</a:t>
            </a:r>
            <a:endParaRPr dirty="0">
              <a:solidFill>
                <a:schemeClr val="dk1"/>
              </a:solidFill>
              <a:latin typeface="JetBrains Mono"/>
              <a:ea typeface="JetBrains Mono"/>
              <a:cs typeface="JetBrains Mono"/>
              <a:sym typeface="JetBrains Mono"/>
            </a:endParaRPr>
          </a:p>
          <a:p>
            <a:pPr marL="0" lvl="0" indent="0" algn="l" rtl="0">
              <a:lnSpc>
                <a:spcPct val="150000"/>
              </a:lnSpc>
              <a:spcBef>
                <a:spcPts val="0"/>
              </a:spcBef>
              <a:spcAft>
                <a:spcPts val="0"/>
              </a:spcAft>
              <a:buSzPts val="1100"/>
              <a:buNone/>
            </a:pPr>
            <a:r>
              <a:rPr lang="en" dirty="0">
                <a:solidFill>
                  <a:srgbClr val="3F51B5"/>
                </a:solidFill>
                <a:latin typeface="JetBrains Mono"/>
                <a:ea typeface="JetBrains Mono"/>
                <a:cs typeface="JetBrains Mono"/>
                <a:sym typeface="JetBrains Mono"/>
              </a:rPr>
              <a:t>else</a:t>
            </a:r>
            <a:r>
              <a:rPr lang="en" dirty="0">
                <a:solidFill>
                  <a:schemeClr val="dk1"/>
                </a:solidFill>
                <a:latin typeface="JetBrains Mono"/>
                <a:ea typeface="JetBrains Mono"/>
                <a:cs typeface="JetBrains Mono"/>
                <a:sym typeface="JetBrains Mono"/>
              </a:rPr>
              <a:t> { doFourth() }</a:t>
            </a:r>
            <a:br>
              <a:rPr lang="en" dirty="0">
                <a:solidFill>
                  <a:schemeClr val="dk1"/>
                </a:solidFill>
                <a:latin typeface="JetBrains Mono"/>
                <a:ea typeface="JetBrains Mono"/>
                <a:cs typeface="JetBrains Mono"/>
                <a:sym typeface="JetBrains Mono"/>
              </a:rPr>
            </a:br>
            <a:br>
              <a:rPr lang="en" dirty="0">
                <a:solidFill>
                  <a:schemeClr val="dk1"/>
                </a:solidFill>
                <a:latin typeface="JetBrains Mono"/>
                <a:ea typeface="JetBrains Mono"/>
                <a:cs typeface="JetBrains Mono"/>
                <a:sym typeface="JetBrains Mono"/>
              </a:rPr>
            </a:br>
            <a:r>
              <a:rPr lang="zh-CN" altLang="en-US" dirty="0"/>
              <a:t>此外，不带参数的 </a:t>
            </a:r>
            <a:r>
              <a:rPr lang="en-US" altLang="zh-CN" sz="1100" b="0" i="0" u="none" strike="noStrike" cap="none" dirty="0">
                <a:solidFill>
                  <a:srgbClr val="000000"/>
                </a:solidFill>
                <a:latin typeface="Arial"/>
                <a:ea typeface="Arial"/>
                <a:cs typeface="Arial"/>
                <a:sym typeface="Arial"/>
              </a:rPr>
              <a:t>when { ... }</a:t>
            </a:r>
            <a:r>
              <a:rPr lang="en-US" altLang="zh-CN" dirty="0"/>
              <a:t> </a:t>
            </a:r>
            <a:r>
              <a:rPr lang="zh-CN" altLang="en-US" dirty="0"/>
              <a:t>等效于 </a:t>
            </a:r>
            <a:r>
              <a:rPr lang="en-US" altLang="zh-CN" sz="1100" b="0" i="0" u="none" strike="noStrike" cap="none" dirty="0">
                <a:solidFill>
                  <a:srgbClr val="000000"/>
                </a:solidFill>
                <a:latin typeface="Arial"/>
                <a:ea typeface="Arial"/>
                <a:cs typeface="Arial"/>
                <a:sym typeface="Arial"/>
              </a:rPr>
              <a:t>when (true) { ... }</a:t>
            </a:r>
            <a:br>
              <a:rPr lang="en" dirty="0">
                <a:solidFill>
                  <a:schemeClr val="dk1"/>
                </a:solidFill>
                <a:latin typeface="Raleway"/>
                <a:ea typeface="Raleway"/>
                <a:cs typeface="Raleway"/>
                <a:sym typeface="Raleway"/>
              </a:rPr>
            </a:br>
            <a:endParaRPr dirty="0">
              <a:solidFill>
                <a:schemeClr val="dk1"/>
              </a:solidFill>
              <a:latin typeface="Raleway"/>
              <a:ea typeface="Raleway"/>
              <a:cs typeface="Raleway"/>
              <a:sym typeface="Raleway"/>
            </a:endParaRPr>
          </a:p>
          <a:p>
            <a:pPr marL="0" lvl="0" indent="0" algn="l" rtl="0">
              <a:lnSpc>
                <a:spcPct val="150000"/>
              </a:lnSpc>
              <a:spcBef>
                <a:spcPts val="0"/>
              </a:spcBef>
              <a:spcAft>
                <a:spcPts val="0"/>
              </a:spcAft>
              <a:buSzPts val="1100"/>
              <a:buNone/>
            </a:pP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when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允许的条件判断包括相等性判断（如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1 -&gt; { …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）、类型判断（如 </a:t>
            </a:r>
            <a:r>
              <a:rPr lang="en-US" dirty="0">
                <a:solidFill>
                  <a:schemeClr val="dk1"/>
                </a:solidFill>
                <a:latin typeface="HONOR Sans CN" panose="02000500000000000000" pitchFamily="2" charset="-122"/>
                <a:ea typeface="HONOR Sans CN" panose="02000500000000000000" pitchFamily="2" charset="-122"/>
                <a:cs typeface="Open Sans"/>
                <a:sym typeface="Open Sans"/>
              </a:rPr>
              <a:t>is Int -&gt; { …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以及包含判断（如 </a:t>
            </a:r>
            <a:r>
              <a:rPr lang="en-US" dirty="0">
                <a:solidFill>
                  <a:schemeClr val="dk1"/>
                </a:solidFill>
                <a:latin typeface="HONOR Sans CN" panose="02000500000000000000" pitchFamily="2" charset="-122"/>
                <a:ea typeface="HONOR Sans CN" panose="02000500000000000000" pitchFamily="2" charset="-122"/>
                <a:cs typeface="Open Sans"/>
                <a:sym typeface="Open Sans"/>
              </a:rPr>
              <a:t>in </a:t>
            </a:r>
            <a:r>
              <a:rPr lang="en-US" dirty="0" err="1">
                <a:solidFill>
                  <a:schemeClr val="dk1"/>
                </a:solidFill>
                <a:latin typeface="HONOR Sans CN" panose="02000500000000000000" pitchFamily="2" charset="-122"/>
                <a:ea typeface="HONOR Sans CN" panose="02000500000000000000" pitchFamily="2" charset="-122"/>
                <a:cs typeface="Open Sans"/>
                <a:sym typeface="Open Sans"/>
              </a:rPr>
              <a:t>listOf</a:t>
            </a:r>
            <a:r>
              <a:rPr lang="en-US" dirty="0">
                <a:solidFill>
                  <a:schemeClr val="dk1"/>
                </a:solidFill>
                <a:latin typeface="HONOR Sans CN" panose="02000500000000000000" pitchFamily="2" charset="-122"/>
                <a:ea typeface="HONOR Sans CN" panose="02000500000000000000" pitchFamily="2" charset="-122"/>
                <a:cs typeface="Open Sans"/>
                <a:sym typeface="Open Sans"/>
              </a:rPr>
              <a:t>(1, 2, 3, 5, 8, 13) -&gt; { … }）。</a:t>
            </a:r>
          </a:p>
          <a:p>
            <a:pPr marL="0" lvl="0" indent="0" algn="l" rtl="0">
              <a:lnSpc>
                <a:spcPct val="150000"/>
              </a:lnSpc>
              <a:spcBef>
                <a:spcPts val="0"/>
              </a:spcBef>
              <a:spcAft>
                <a:spcPts val="0"/>
              </a:spcAft>
              <a:buSzPts val="1100"/>
              <a:buNone/>
            </a:pPr>
            <a:endParaRPr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lnSpc>
                <a:spcPct val="150000"/>
              </a:lnSpc>
              <a:spcBef>
                <a:spcPts val="0"/>
              </a:spcBef>
              <a:spcAft>
                <a:spcPts val="0"/>
              </a:spcAft>
              <a:buSzPts val="1100"/>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此外，</a:t>
            </a:r>
            <a:r>
              <a:rPr lang="en-US" dirty="0">
                <a:solidFill>
                  <a:schemeClr val="dk1"/>
                </a:solidFill>
                <a:latin typeface="HONOR Sans CN" panose="02000500000000000000" pitchFamily="2" charset="-122"/>
                <a:ea typeface="HONOR Sans CN" panose="02000500000000000000" pitchFamily="2" charset="-122"/>
                <a:cs typeface="Open Sans"/>
                <a:sym typeface="Open Sans"/>
              </a:rPr>
              <a:t>when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可以作为表达式而非语句使用：</a:t>
            </a:r>
            <a:endParaRPr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lnSpc>
                <a:spcPct val="150000"/>
              </a:lnSpc>
              <a:spcBef>
                <a:spcPts val="0"/>
              </a:spcBef>
              <a:spcAft>
                <a:spcPts val="0"/>
              </a:spcAft>
              <a:buSzPts val="1100"/>
              <a:buNone/>
            </a:pPr>
            <a:r>
              <a:rPr lang="en" dirty="0">
                <a:solidFill>
                  <a:srgbClr val="3F51B5"/>
                </a:solidFill>
                <a:latin typeface="JetBrains Mono"/>
                <a:ea typeface="JetBrains Mono"/>
                <a:cs typeface="JetBrains Mono"/>
                <a:sym typeface="JetBrains Mono"/>
              </a:rPr>
              <a:t>val</a:t>
            </a:r>
            <a:r>
              <a:rPr lang="en" dirty="0">
                <a:solidFill>
                  <a:schemeClr val="dk1"/>
                </a:solidFill>
                <a:latin typeface="JetBrains Mono"/>
                <a:ea typeface="JetBrains Mono"/>
                <a:cs typeface="JetBrains Mono"/>
                <a:sym typeface="JetBrains Mono"/>
              </a:rPr>
              <a:t> discountPercentage = </a:t>
            </a:r>
            <a:r>
              <a:rPr lang="en" dirty="0">
                <a:solidFill>
                  <a:srgbClr val="3F51B5"/>
                </a:solidFill>
                <a:latin typeface="JetBrains Mono"/>
                <a:ea typeface="JetBrains Mono"/>
                <a:cs typeface="JetBrains Mono"/>
                <a:sym typeface="JetBrains Mono"/>
              </a:rPr>
              <a:t>when</a:t>
            </a:r>
            <a:r>
              <a:rPr lang="en" dirty="0">
                <a:solidFill>
                  <a:schemeClr val="dk1"/>
                </a:solidFill>
                <a:latin typeface="JetBrains Mono"/>
                <a:ea typeface="JetBrains Mono"/>
                <a:cs typeface="JetBrains Mono"/>
                <a:sym typeface="JetBrains Mono"/>
              </a:rPr>
              <a:t> (cost) {</a:t>
            </a:r>
            <a:br>
              <a:rPr lang="en" dirty="0">
                <a:solidFill>
                  <a:schemeClr val="dk1"/>
                </a:solidFill>
                <a:latin typeface="JetBrains Mono"/>
                <a:ea typeface="JetBrains Mono"/>
                <a:cs typeface="JetBrains Mono"/>
                <a:sym typeface="JetBrains Mono"/>
              </a:rPr>
            </a:br>
            <a:r>
              <a:rPr lang="en" dirty="0">
                <a:solidFill>
                  <a:schemeClr val="dk1"/>
                </a:solidFill>
                <a:latin typeface="JetBrains Mono"/>
                <a:ea typeface="JetBrains Mono"/>
                <a:cs typeface="JetBrains Mono"/>
                <a:sym typeface="JetBrains Mono"/>
              </a:rPr>
              <a:t>	</a:t>
            </a:r>
            <a:r>
              <a:rPr lang="en" dirty="0">
                <a:solidFill>
                  <a:srgbClr val="3F51B5"/>
                </a:solidFill>
                <a:latin typeface="JetBrains Mono"/>
                <a:ea typeface="JetBrains Mono"/>
                <a:cs typeface="JetBrains Mono"/>
                <a:sym typeface="JetBrains Mono"/>
              </a:rPr>
              <a:t>in</a:t>
            </a:r>
            <a:r>
              <a:rPr lang="en" dirty="0">
                <a:solidFill>
                  <a:schemeClr val="dk1"/>
                </a:solidFill>
                <a:latin typeface="JetBrains Mono"/>
                <a:ea typeface="JetBrains Mono"/>
                <a:cs typeface="JetBrains Mono"/>
                <a:sym typeface="JetBrains Mono"/>
              </a:rPr>
              <a:t> </a:t>
            </a:r>
            <a:r>
              <a:rPr lang="en" dirty="0">
                <a:solidFill>
                  <a:srgbClr val="3F51B5"/>
                </a:solidFill>
                <a:latin typeface="JetBrains Mono"/>
                <a:ea typeface="JetBrains Mono"/>
                <a:cs typeface="JetBrains Mono"/>
                <a:sym typeface="JetBrains Mono"/>
              </a:rPr>
              <a:t>0</a:t>
            </a:r>
            <a:r>
              <a:rPr lang="en" dirty="0">
                <a:solidFill>
                  <a:schemeClr val="dk1"/>
                </a:solidFill>
                <a:latin typeface="JetBrains Mono"/>
                <a:ea typeface="JetBrains Mono"/>
                <a:cs typeface="JetBrains Mono"/>
                <a:sym typeface="JetBrains Mono"/>
              </a:rPr>
              <a:t> until </a:t>
            </a:r>
            <a:r>
              <a:rPr lang="en" dirty="0">
                <a:solidFill>
                  <a:srgbClr val="3F51B5"/>
                </a:solidFill>
                <a:latin typeface="JetBrains Mono"/>
                <a:ea typeface="JetBrains Mono"/>
                <a:cs typeface="JetBrains Mono"/>
                <a:sym typeface="JetBrains Mono"/>
              </a:rPr>
              <a:t>300</a:t>
            </a:r>
            <a:r>
              <a:rPr lang="en" dirty="0">
                <a:solidFill>
                  <a:schemeClr val="dk1"/>
                </a:solidFill>
                <a:latin typeface="JetBrains Mono"/>
                <a:ea typeface="JetBrains Mono"/>
                <a:cs typeface="JetBrains Mono"/>
                <a:sym typeface="JetBrains Mono"/>
              </a:rPr>
              <a:t> -&gt; </a:t>
            </a:r>
            <a:r>
              <a:rPr lang="en" dirty="0">
                <a:solidFill>
                  <a:srgbClr val="3F51B5"/>
                </a:solidFill>
                <a:latin typeface="JetBrains Mono"/>
                <a:ea typeface="JetBrains Mono"/>
                <a:cs typeface="JetBrains Mono"/>
                <a:sym typeface="JetBrains Mono"/>
              </a:rPr>
              <a:t>0</a:t>
            </a:r>
            <a:br>
              <a:rPr lang="en" dirty="0">
                <a:solidFill>
                  <a:schemeClr val="dk1"/>
                </a:solidFill>
                <a:latin typeface="JetBrains Mono"/>
                <a:ea typeface="JetBrains Mono"/>
                <a:cs typeface="JetBrains Mono"/>
                <a:sym typeface="JetBrains Mono"/>
              </a:rPr>
            </a:br>
            <a:r>
              <a:rPr lang="en" dirty="0">
                <a:solidFill>
                  <a:schemeClr val="dk1"/>
                </a:solidFill>
                <a:latin typeface="JetBrains Mono"/>
                <a:ea typeface="JetBrains Mono"/>
                <a:cs typeface="JetBrains Mono"/>
                <a:sym typeface="JetBrains Mono"/>
              </a:rPr>
              <a:t>	</a:t>
            </a:r>
            <a:r>
              <a:rPr lang="en" dirty="0">
                <a:solidFill>
                  <a:srgbClr val="3F51B5"/>
                </a:solidFill>
                <a:latin typeface="JetBrains Mono"/>
                <a:ea typeface="JetBrains Mono"/>
                <a:cs typeface="JetBrains Mono"/>
                <a:sym typeface="JetBrains Mono"/>
              </a:rPr>
              <a:t>in</a:t>
            </a:r>
            <a:r>
              <a:rPr lang="en" dirty="0">
                <a:solidFill>
                  <a:schemeClr val="dk1"/>
                </a:solidFill>
                <a:latin typeface="JetBrains Mono"/>
                <a:ea typeface="JetBrains Mono"/>
                <a:cs typeface="JetBrains Mono"/>
                <a:sym typeface="JetBrains Mono"/>
              </a:rPr>
              <a:t> </a:t>
            </a:r>
            <a:r>
              <a:rPr lang="en" dirty="0">
                <a:solidFill>
                  <a:srgbClr val="3F51B5"/>
                </a:solidFill>
                <a:latin typeface="JetBrains Mono"/>
                <a:ea typeface="JetBrains Mono"/>
                <a:cs typeface="JetBrains Mono"/>
                <a:sym typeface="JetBrains Mono"/>
              </a:rPr>
              <a:t>300</a:t>
            </a:r>
            <a:r>
              <a:rPr lang="en" dirty="0">
                <a:solidFill>
                  <a:schemeClr val="dk1"/>
                </a:solidFill>
                <a:latin typeface="JetBrains Mono"/>
                <a:ea typeface="JetBrains Mono"/>
                <a:cs typeface="JetBrains Mono"/>
                <a:sym typeface="JetBrains Mono"/>
              </a:rPr>
              <a:t> until </a:t>
            </a:r>
            <a:r>
              <a:rPr lang="en" dirty="0">
                <a:solidFill>
                  <a:srgbClr val="3F51B5"/>
                </a:solidFill>
                <a:latin typeface="JetBrains Mono"/>
                <a:ea typeface="JetBrains Mono"/>
                <a:cs typeface="JetBrains Mono"/>
                <a:sym typeface="JetBrains Mono"/>
              </a:rPr>
              <a:t>1500</a:t>
            </a:r>
            <a:r>
              <a:rPr lang="en" dirty="0">
                <a:solidFill>
                  <a:schemeClr val="dk1"/>
                </a:solidFill>
                <a:latin typeface="JetBrains Mono"/>
                <a:ea typeface="JetBrains Mono"/>
                <a:cs typeface="JetBrains Mono"/>
                <a:sym typeface="JetBrains Mono"/>
              </a:rPr>
              <a:t> -&gt; </a:t>
            </a:r>
            <a:r>
              <a:rPr lang="en" dirty="0">
                <a:solidFill>
                  <a:srgbClr val="3F51B5"/>
                </a:solidFill>
                <a:latin typeface="JetBrains Mono"/>
                <a:ea typeface="JetBrains Mono"/>
                <a:cs typeface="JetBrains Mono"/>
                <a:sym typeface="JetBrains Mono"/>
              </a:rPr>
              <a:t>5</a:t>
            </a:r>
            <a:endParaRPr dirty="0">
              <a:solidFill>
                <a:srgbClr val="3F51B5"/>
              </a:solidFill>
              <a:latin typeface="JetBrains Mono"/>
              <a:ea typeface="JetBrains Mono"/>
              <a:cs typeface="JetBrains Mono"/>
              <a:sym typeface="JetBrains Mono"/>
            </a:endParaRPr>
          </a:p>
          <a:p>
            <a:pPr marL="0" lvl="0" indent="0" algn="l" rtl="0">
              <a:lnSpc>
                <a:spcPct val="150000"/>
              </a:lnSpc>
              <a:spcBef>
                <a:spcPts val="0"/>
              </a:spcBef>
              <a:spcAft>
                <a:spcPts val="0"/>
              </a:spcAft>
              <a:buSzPts val="1100"/>
              <a:buNone/>
            </a:pPr>
            <a:r>
              <a:rPr lang="en" dirty="0">
                <a:solidFill>
                  <a:schemeClr val="dk1"/>
                </a:solidFill>
                <a:latin typeface="JetBrains Mono"/>
                <a:ea typeface="JetBrains Mono"/>
                <a:cs typeface="JetBrains Mono"/>
                <a:sym typeface="JetBrains Mono"/>
              </a:rPr>
              <a:t>	</a:t>
            </a:r>
            <a:r>
              <a:rPr lang="en" dirty="0">
                <a:solidFill>
                  <a:srgbClr val="3F51B5"/>
                </a:solidFill>
                <a:latin typeface="JetBrains Mono"/>
                <a:ea typeface="JetBrains Mono"/>
                <a:cs typeface="JetBrains Mono"/>
                <a:sym typeface="JetBrains Mono"/>
              </a:rPr>
              <a:t>else</a:t>
            </a:r>
            <a:r>
              <a:rPr lang="en" dirty="0">
                <a:solidFill>
                  <a:schemeClr val="dk1"/>
                </a:solidFill>
                <a:latin typeface="JetBrains Mono"/>
                <a:ea typeface="JetBrains Mono"/>
                <a:cs typeface="JetBrains Mono"/>
                <a:sym typeface="JetBrains Mono"/>
              </a:rPr>
              <a:t> -&gt; 15</a:t>
            </a:r>
            <a:endParaRPr dirty="0">
              <a:solidFill>
                <a:schemeClr val="dk1"/>
              </a:solidFill>
              <a:latin typeface="JetBrains Mono"/>
              <a:ea typeface="JetBrains Mono"/>
              <a:cs typeface="JetBrains Mono"/>
              <a:sym typeface="JetBrains Mono"/>
            </a:endParaRPr>
          </a:p>
          <a:p>
            <a:pPr marL="0" lvl="0" indent="0" algn="l" rtl="0">
              <a:lnSpc>
                <a:spcPct val="150000"/>
              </a:lnSpc>
              <a:spcBef>
                <a:spcPts val="0"/>
              </a:spcBef>
              <a:spcAft>
                <a:spcPts val="0"/>
              </a:spcAft>
              <a:buSzPts val="1100"/>
              <a:buNone/>
            </a:pPr>
            <a:r>
              <a:rPr lang="en" dirty="0">
                <a:solidFill>
                  <a:schemeClr val="dk1"/>
                </a:solidFill>
                <a:latin typeface="JetBrains Mono"/>
                <a:ea typeface="JetBrains Mono"/>
                <a:cs typeface="JetBrains Mono"/>
                <a:sym typeface="JetBrains Mono"/>
              </a:rPr>
              <a:t>}</a:t>
            </a:r>
            <a:endParaRPr dirty="0">
              <a:solidFill>
                <a:schemeClr val="dk1"/>
              </a:solidFill>
              <a:latin typeface="JetBrains Mono"/>
              <a:ea typeface="JetBrains Mono"/>
              <a:cs typeface="JetBrains Mono"/>
              <a:sym typeface="JetBrains Mono"/>
            </a:endParaRPr>
          </a:p>
          <a:p>
            <a:pPr marL="0" lvl="0" indent="0" algn="l" rtl="0">
              <a:spcBef>
                <a:spcPts val="0"/>
              </a:spcBef>
              <a:spcAft>
                <a:spcPts val="0"/>
              </a:spcAft>
              <a:buClr>
                <a:schemeClr val="dk1"/>
              </a:buClr>
              <a:buSzPts val="1100"/>
              <a:buFont typeface="Arial"/>
              <a:buNone/>
            </a:pPr>
            <a:endParaRPr dirty="0">
              <a:solidFill>
                <a:srgbClr val="333333"/>
              </a:solidFill>
              <a:latin typeface="HONOR Sans CN" panose="02000500000000000000" pitchFamily="2" charset="-122"/>
              <a:ea typeface="HONOR Sans CN" panose="02000500000000000000" pitchFamily="2" charset="-122"/>
              <a:cs typeface="Open Sans"/>
              <a:sym typeface="Open San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8" name="Google Shape;118;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n" dirty="0">
                <a:solidFill>
                  <a:srgbClr val="333333"/>
                </a:solidFill>
                <a:latin typeface="HONOR Sans CN" panose="02000500000000000000" pitchFamily="2" charset="-122"/>
                <a:ea typeface="HONOR Sans CN" panose="02000500000000000000" pitchFamily="2" charset="-122"/>
                <a:cs typeface="Open Sans"/>
                <a:sym typeface="Open Sans"/>
              </a:rPr>
              <a:t>See the docs for more on </a:t>
            </a:r>
            <a:r>
              <a:rPr lang="en" u="sng" dirty="0">
                <a:solidFill>
                  <a:srgbClr val="2200CC"/>
                </a:solidFill>
                <a:latin typeface="HONOR Sans CN" panose="02000500000000000000" pitchFamily="2" charset="-122"/>
                <a:ea typeface="HONOR Sans CN" panose="02000500000000000000" pitchFamily="2" charset="-122"/>
                <a:cs typeface="Open Sans"/>
                <a:sym typeface="Open Sans"/>
                <a:hlinkClick r:id="rId3">
                  <a:extLst>
                    <a:ext uri="{A12FA001-AC4F-418D-AE19-62706E023703}">
                      <ahyp:hlinkClr xmlns:ahyp="http://schemas.microsoft.com/office/drawing/2018/hyperlinkcolor" val="tx"/>
                    </a:ext>
                  </a:extLst>
                </a:hlinkClick>
              </a:rPr>
              <a:t>when</a:t>
            </a:r>
            <a:r>
              <a:rPr lang="en" dirty="0">
                <a:solidFill>
                  <a:srgbClr val="333333"/>
                </a:solidFill>
                <a:latin typeface="HONOR Sans CN" panose="02000500000000000000" pitchFamily="2" charset="-122"/>
                <a:ea typeface="HONOR Sans CN" panose="02000500000000000000" pitchFamily="2" charset="-122"/>
                <a:cs typeface="Open Sans"/>
                <a:sym typeface="Open Sans"/>
              </a:rPr>
              <a:t>.</a:t>
            </a:r>
            <a:endParaRPr dirty="0">
              <a:latin typeface="HONOR Sans CN" panose="02000500000000000000" pitchFamily="2" charset="-122"/>
              <a:ea typeface="HONOR Sans CN" panose="02000500000000000000" pitchFamily="2" charset="-122"/>
              <a:cs typeface="Open Sans"/>
              <a:sym typeface="Open San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4" name="Google Shape;124;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0"/>
              </a:spcAft>
              <a:buClr>
                <a:schemeClr val="dk1"/>
              </a:buClr>
              <a:buSzPts val="1100"/>
              <a:buFont typeface="Arial"/>
              <a:buNone/>
            </a:pPr>
            <a:r>
              <a:rPr lang="en-US" dirty="0">
                <a:solidFill>
                  <a:schemeClr val="dk1"/>
                </a:solidFill>
                <a:latin typeface="HONOR Sans CN" panose="02000500000000000000" pitchFamily="2" charset="-122"/>
                <a:ea typeface="HONOR Sans CN" panose="02000500000000000000" pitchFamily="2" charset="-122"/>
                <a:cs typeface="Open Sans"/>
                <a:sym typeface="Open Sans"/>
              </a:rPr>
              <a:t>“and”</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与“</a:t>
            </a:r>
            <a:r>
              <a:rPr lang="en-US" dirty="0">
                <a:solidFill>
                  <a:schemeClr val="dk1"/>
                </a:solidFill>
                <a:latin typeface="HONOR Sans CN" panose="02000500000000000000" pitchFamily="2" charset="-122"/>
                <a:ea typeface="HONOR Sans CN" panose="02000500000000000000" pitchFamily="2" charset="-122"/>
                <a:cs typeface="Open Sans"/>
                <a:sym typeface="Open Sans"/>
              </a:rPr>
              <a:t>or”</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运算符的 </a:t>
            </a:r>
            <a:r>
              <a:rPr lang="en-US" dirty="0">
                <a:solidFill>
                  <a:schemeClr val="dk1"/>
                </a:solidFill>
                <a:latin typeface="HONOR Sans CN" panose="02000500000000000000" pitchFamily="2" charset="-122"/>
                <a:ea typeface="HONOR Sans CN" panose="02000500000000000000" pitchFamily="2" charset="-122"/>
                <a:cs typeface="Open Sans"/>
                <a:sym typeface="Open Sans"/>
              </a:rPr>
              <a:t>Lazy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与 </a:t>
            </a:r>
            <a:r>
              <a:rPr lang="en-US" dirty="0">
                <a:solidFill>
                  <a:schemeClr val="dk1"/>
                </a:solidFill>
                <a:latin typeface="HONOR Sans CN" panose="02000500000000000000" pitchFamily="2" charset="-122"/>
                <a:ea typeface="HONOR Sans CN" panose="02000500000000000000" pitchFamily="2" charset="-122"/>
                <a:cs typeface="Open Sans"/>
                <a:sym typeface="Open Sans"/>
              </a:rPr>
              <a:t>Eager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版本的优缺点：</a:t>
            </a:r>
            <a:endParaRPr dirty="0">
              <a:solidFill>
                <a:schemeClr val="dk1"/>
              </a:solidFill>
              <a:latin typeface="HONOR Sans CN" panose="02000500000000000000" pitchFamily="2" charset="-122"/>
              <a:ea typeface="HONOR Sans CN" panose="02000500000000000000" pitchFamily="2" charset="-122"/>
              <a:cs typeface="Open Sans"/>
              <a:sym typeface="Open Sans"/>
            </a:endParaRPr>
          </a:p>
          <a:p>
            <a:pPr marL="457200" lvl="0" indent="-298450" algn="l" rtl="0">
              <a:lnSpc>
                <a:spcPct val="150000"/>
              </a:lnSpc>
              <a:spcBef>
                <a:spcPts val="600"/>
              </a:spcBef>
              <a:spcAft>
                <a:spcPts val="0"/>
              </a:spcAft>
              <a:buClr>
                <a:schemeClr val="dk1"/>
              </a:buClr>
              <a:buSzPts val="1100"/>
              <a:buAutoNum type="arabicPeriod"/>
            </a:pP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&amp;&amp;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与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运算符无法被重写（它们是内置操作）。如果你想对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Boolean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以外的类型应用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and”/“or”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操作，那么你必须使用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and/or</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（它们是中缀函数，因此是可以重写的）。运算符重写将在面向对象编程（</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OOP</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）课程中讲解。</a:t>
            </a:r>
            <a:endParaRPr sz="650" dirty="0">
              <a:solidFill>
                <a:schemeClr val="dk1"/>
              </a:solidFill>
              <a:latin typeface="HONOR Sans CN" panose="02000500000000000000" pitchFamily="2" charset="-122"/>
              <a:ea typeface="HONOR Sans CN" panose="02000500000000000000" pitchFamily="2" charset="-122"/>
            </a:endParaRPr>
          </a:p>
          <a:p>
            <a:pPr marL="457200" lvl="0" indent="-298450" algn="l" rtl="0">
              <a:lnSpc>
                <a:spcPct val="150000"/>
              </a:lnSpc>
              <a:spcBef>
                <a:spcPts val="600"/>
              </a:spcBef>
              <a:spcAft>
                <a:spcPts val="0"/>
              </a:spcAft>
              <a:buClr>
                <a:schemeClr val="dk1"/>
              </a:buClr>
              <a:buSzPts val="1100"/>
              <a:buAutoNum type="arabicPeriod"/>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在某些情况下，</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&amp;&amp;/||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运算符的左侧和右侧都会产生副作用（非纯函数，即它们除了计算布尔值之外，还会执行其他操作或改变某些状态），且无论左侧的值如何，你都需要计算右侧的值。在这种情况下，你应该使用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and/or</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a:t>
            </a:r>
            <a:endParaRPr sz="650" dirty="0">
              <a:solidFill>
                <a:schemeClr val="dk1"/>
              </a:solidFill>
              <a:latin typeface="HONOR Sans CN" panose="02000500000000000000" pitchFamily="2" charset="-122"/>
              <a:ea typeface="HONOR Sans CN" panose="02000500000000000000" pitchFamily="2" charset="-122"/>
            </a:endParaRPr>
          </a:p>
          <a:p>
            <a:pPr marL="0" lvl="0" indent="0" algn="l" rtl="0">
              <a:lnSpc>
                <a:spcPct val="150000"/>
              </a:lnSpc>
              <a:spcBef>
                <a:spcPts val="60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例如：</a:t>
            </a:r>
            <a:r>
              <a:rPr lang="en-US" dirty="0">
                <a:solidFill>
                  <a:schemeClr val="dk1"/>
                </a:solidFill>
                <a:latin typeface="HONOR Sans CN" panose="02000500000000000000" pitchFamily="2" charset="-122"/>
                <a:ea typeface="HONOR Sans CN" panose="02000500000000000000" pitchFamily="2" charset="-122"/>
                <a:cs typeface="Open Sans"/>
                <a:sym typeface="Open Sans"/>
              </a:rPr>
              <a:t>result = result and </a:t>
            </a:r>
            <a:r>
              <a:rPr lang="en-US" dirty="0" err="1">
                <a:solidFill>
                  <a:schemeClr val="dk1"/>
                </a:solidFill>
                <a:latin typeface="HONOR Sans CN" panose="02000500000000000000" pitchFamily="2" charset="-122"/>
                <a:ea typeface="HONOR Sans CN" panose="02000500000000000000" pitchFamily="2" charset="-122"/>
                <a:cs typeface="Open Sans"/>
                <a:sym typeface="Open Sans"/>
              </a:rPr>
              <a:t>someComputation</a:t>
            </a:r>
            <a:r>
              <a:rPr lang="en-US" dirty="0">
                <a:solidFill>
                  <a:schemeClr val="dk1"/>
                </a:solidFill>
                <a:latin typeface="HONOR Sans CN" panose="02000500000000000000" pitchFamily="2" charset="-122"/>
                <a:ea typeface="HONOR Sans CN" panose="02000500000000000000" pitchFamily="2" charset="-122"/>
                <a:cs typeface="Open Sans"/>
                <a:sym typeface="Open Sans"/>
              </a:rPr>
              <a:t>()。</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在这种情况下，无论 </a:t>
            </a:r>
            <a:r>
              <a:rPr lang="en-US" dirty="0">
                <a:solidFill>
                  <a:schemeClr val="dk1"/>
                </a:solidFill>
                <a:latin typeface="HONOR Sans CN" panose="02000500000000000000" pitchFamily="2" charset="-122"/>
                <a:ea typeface="HONOR Sans CN" panose="02000500000000000000" pitchFamily="2" charset="-122"/>
                <a:cs typeface="Open Sans"/>
                <a:sym typeface="Open Sans"/>
              </a:rPr>
              <a:t>result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变量的值是什么，</a:t>
            </a:r>
            <a:r>
              <a:rPr lang="en-US" dirty="0" err="1">
                <a:solidFill>
                  <a:schemeClr val="dk1"/>
                </a:solidFill>
                <a:latin typeface="HONOR Sans CN" panose="02000500000000000000" pitchFamily="2" charset="-122"/>
                <a:ea typeface="HONOR Sans CN" panose="02000500000000000000" pitchFamily="2" charset="-122"/>
                <a:cs typeface="Open Sans"/>
                <a:sym typeface="Open Sans"/>
              </a:rPr>
              <a:t>someComputation</a:t>
            </a:r>
            <a:r>
              <a:rPr lang="en-US" dirty="0">
                <a:solidFill>
                  <a:schemeClr val="dk1"/>
                </a:solidFill>
                <a:latin typeface="HONOR Sans CN" panose="02000500000000000000" pitchFamily="2" charset="-122"/>
                <a:ea typeface="HONOR Sans CN" panose="02000500000000000000" pitchFamily="2" charset="-122"/>
                <a:cs typeface="Open Sans"/>
                <a:sym typeface="Open Sans"/>
              </a:rPr>
              <a: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都会被执行。</a:t>
            </a:r>
            <a:endParaRPr dirty="0">
              <a:solidFill>
                <a:schemeClr val="dk1"/>
              </a:solidFill>
              <a:latin typeface="HONOR Sans CN" panose="02000500000000000000" pitchFamily="2" charset="-122"/>
              <a:ea typeface="HONOR Sans CN" panose="02000500000000000000" pitchFamily="2" charset="-122"/>
              <a:cs typeface="Open Sans"/>
              <a:sym typeface="Open San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0" name="Google Shape;130;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0"/>
              </a:spcAft>
              <a:buClr>
                <a:schemeClr val="dk1"/>
              </a:buClr>
              <a:buSzPts val="1100"/>
              <a:buFont typeface="Arial"/>
              <a:buNone/>
            </a:pPr>
            <a:r>
              <a:rPr lang="en" dirty="0">
                <a:solidFill>
                  <a:schemeClr val="dk1"/>
                </a:solidFill>
                <a:latin typeface="HONOR Sans CN" panose="02000500000000000000" pitchFamily="2" charset="-122"/>
                <a:ea typeface="HONOR Sans CN" panose="02000500000000000000" pitchFamily="2" charset="-122"/>
                <a:cs typeface="Open Sans"/>
                <a:sym typeface="Open Sans"/>
              </a:rPr>
              <a:t>See the docs for more on loops: </a:t>
            </a:r>
            <a:r>
              <a:rPr lang="en" u="sng" dirty="0">
                <a:solidFill>
                  <a:srgbClr val="2200CC"/>
                </a:solidFill>
                <a:latin typeface="HONOR Sans CN" panose="02000500000000000000" pitchFamily="2" charset="-122"/>
                <a:ea typeface="HONOR Sans CN" panose="02000500000000000000" pitchFamily="2" charset="-122"/>
                <a:cs typeface="Open Sans"/>
                <a:sym typeface="Open Sans"/>
                <a:hlinkClick r:id="rId3">
                  <a:extLst>
                    <a:ext uri="{A12FA001-AC4F-418D-AE19-62706E023703}">
                      <ahyp:hlinkClr xmlns:ahyp="http://schemas.microsoft.com/office/drawing/2018/hyperlinkcolor" val="tx"/>
                    </a:ext>
                  </a:extLst>
                </a:hlinkClick>
              </a:rPr>
              <a:t>here</a:t>
            </a:r>
            <a:r>
              <a:rPr lang="en" dirty="0">
                <a:solidFill>
                  <a:schemeClr val="dk1"/>
                </a:solidFill>
                <a:latin typeface="HONOR Sans CN" panose="02000500000000000000" pitchFamily="2" charset="-122"/>
                <a:ea typeface="HONOR Sans CN" panose="02000500000000000000" pitchFamily="2" charset="-122"/>
                <a:cs typeface="Open Sans"/>
                <a:sym typeface="Open Sans"/>
              </a:rPr>
              <a:t> and </a:t>
            </a:r>
            <a:r>
              <a:rPr lang="en" u="sng" dirty="0">
                <a:solidFill>
                  <a:srgbClr val="2200CC"/>
                </a:solidFill>
                <a:latin typeface="HONOR Sans CN" panose="02000500000000000000" pitchFamily="2" charset="-122"/>
                <a:ea typeface="HONOR Sans CN" panose="02000500000000000000" pitchFamily="2" charset="-122"/>
                <a:cs typeface="Open Sans"/>
                <a:sym typeface="Open Sans"/>
                <a:hlinkClick r:id="rId4">
                  <a:extLst>
                    <a:ext uri="{A12FA001-AC4F-418D-AE19-62706E023703}">
                      <ahyp:hlinkClr xmlns:ahyp="http://schemas.microsoft.com/office/drawing/2018/hyperlinkcolor" val="tx"/>
                    </a:ext>
                  </a:extLst>
                </a:hlinkClick>
              </a:rPr>
              <a:t>here</a:t>
            </a:r>
            <a:r>
              <a:rPr lang="en" dirty="0">
                <a:solidFill>
                  <a:schemeClr val="dk1"/>
                </a:solidFill>
                <a:latin typeface="HONOR Sans CN" panose="02000500000000000000" pitchFamily="2" charset="-122"/>
                <a:ea typeface="HONOR Sans CN" panose="02000500000000000000" pitchFamily="2" charset="-122"/>
                <a:cs typeface="Open Sans"/>
                <a:sym typeface="Open Sans"/>
              </a:rPr>
              <a:t>.</a:t>
            </a:r>
            <a:br>
              <a:rPr lang="en" dirty="0">
                <a:solidFill>
                  <a:schemeClr val="dk1"/>
                </a:solidFill>
                <a:latin typeface="HONOR Sans CN" panose="02000500000000000000" pitchFamily="2" charset="-122"/>
                <a:ea typeface="HONOR Sans CN" panose="02000500000000000000" pitchFamily="2" charset="-122"/>
                <a:cs typeface="Open Sans"/>
                <a:sym typeface="Open Sans"/>
              </a:rPr>
            </a:br>
            <a:br>
              <a:rPr lang="en" dirty="0">
                <a:solidFill>
                  <a:schemeClr val="dk1"/>
                </a:solidFill>
                <a:latin typeface="HONOR Sans CN" panose="02000500000000000000" pitchFamily="2" charset="-122"/>
                <a:ea typeface="HONOR Sans CN" panose="02000500000000000000" pitchFamily="2" charset="-122"/>
                <a:cs typeface="Open Sans"/>
                <a:sym typeface="Open Sans"/>
              </a:rPr>
            </a:b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在第三种情况下，</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(index, item)</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 声明中使用了解构声明。我们将在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OOP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入门讲座中更详细地讨论它。</a:t>
            </a:r>
            <a:r>
              <a:rPr lang="en" dirty="0">
                <a:solidFill>
                  <a:schemeClr val="dk1"/>
                </a:solidFill>
                <a:latin typeface="HONOR Sans CN" panose="02000500000000000000" pitchFamily="2" charset="-122"/>
                <a:ea typeface="HONOR Sans CN" panose="02000500000000000000" pitchFamily="2" charset="-122"/>
                <a:cs typeface="Open Sans"/>
                <a:sym typeface="Open Sans"/>
              </a:rPr>
              <a:t>You can also read about it in this</a:t>
            </a:r>
            <a:r>
              <a:rPr lang="en" dirty="0">
                <a:solidFill>
                  <a:srgbClr val="37474F"/>
                </a:solidFill>
                <a:latin typeface="HONOR Sans CN" panose="02000500000000000000" pitchFamily="2" charset="-122"/>
                <a:ea typeface="HONOR Sans CN" panose="02000500000000000000" pitchFamily="2" charset="-122"/>
                <a:cs typeface="Open Sans"/>
                <a:sym typeface="Open Sans"/>
              </a:rPr>
              <a:t> </a:t>
            </a:r>
            <a:r>
              <a:rPr lang="en" u="sng" dirty="0">
                <a:solidFill>
                  <a:srgbClr val="2200CC"/>
                </a:solidFill>
                <a:latin typeface="HONOR Sans CN" panose="02000500000000000000" pitchFamily="2" charset="-122"/>
                <a:ea typeface="HONOR Sans CN" panose="02000500000000000000" pitchFamily="2" charset="-122"/>
                <a:cs typeface="Open Sans"/>
                <a:sym typeface="Open Sans"/>
                <a:hlinkClick r:id="rId5">
                  <a:extLst>
                    <a:ext uri="{A12FA001-AC4F-418D-AE19-62706E023703}">
                      <ahyp:hlinkClr xmlns:ahyp="http://schemas.microsoft.com/office/drawing/2018/hyperlinkcolor" val="tx"/>
                    </a:ext>
                  </a:extLst>
                </a:hlinkClick>
              </a:rPr>
              <a:t>doc article</a:t>
            </a:r>
            <a:r>
              <a:rPr lang="en" dirty="0">
                <a:solidFill>
                  <a:srgbClr val="37474F"/>
                </a:solidFill>
                <a:latin typeface="HONOR Sans CN" panose="02000500000000000000" pitchFamily="2" charset="-122"/>
                <a:ea typeface="HONOR Sans CN" panose="02000500000000000000" pitchFamily="2" charset="-122"/>
                <a:cs typeface="Open Sans"/>
                <a:sym typeface="Open Sans"/>
              </a:rPr>
              <a:t>.</a:t>
            </a:r>
            <a:endParaRPr dirty="0">
              <a:latin typeface="HONOR Sans CN" panose="02000500000000000000" pitchFamily="2" charset="-122"/>
              <a:ea typeface="HONOR Sans CN" panose="02000500000000000000" pitchFamily="2" charset="-122"/>
              <a:cs typeface="Open Sans"/>
              <a:sym typeface="Open San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6" name="Google Shape;136;p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dirty="0">
                <a:solidFill>
                  <a:schemeClr val="dk1"/>
                </a:solidFill>
                <a:latin typeface="HONOR Sans CN" panose="02000500000000000000" pitchFamily="2" charset="-122"/>
                <a:ea typeface="HONOR Sans CN" panose="02000500000000000000" pitchFamily="2" charset="-122"/>
                <a:cs typeface="Open Sans"/>
                <a:sym typeface="Open Sans"/>
              </a:rPr>
              <a:t>See the docs for more on while loops: </a:t>
            </a:r>
            <a:r>
              <a:rPr lang="en" u="sng" dirty="0">
                <a:solidFill>
                  <a:srgbClr val="2200CC"/>
                </a:solidFill>
                <a:latin typeface="HONOR Sans CN" panose="02000500000000000000" pitchFamily="2" charset="-122"/>
                <a:ea typeface="HONOR Sans CN" panose="02000500000000000000" pitchFamily="2" charset="-122"/>
                <a:cs typeface="Open Sans"/>
                <a:sym typeface="Open Sans"/>
                <a:hlinkClick r:id="rId3">
                  <a:extLst>
                    <a:ext uri="{A12FA001-AC4F-418D-AE19-62706E023703}">
                      <ahyp:hlinkClr xmlns:ahyp="http://schemas.microsoft.com/office/drawing/2018/hyperlinkcolor" val="tx"/>
                    </a:ext>
                  </a:extLst>
                </a:hlinkClick>
              </a:rPr>
              <a:t>here</a:t>
            </a:r>
            <a:r>
              <a:rPr lang="en" dirty="0">
                <a:solidFill>
                  <a:schemeClr val="dk1"/>
                </a:solidFill>
                <a:latin typeface="HONOR Sans CN" panose="02000500000000000000" pitchFamily="2" charset="-122"/>
                <a:ea typeface="HONOR Sans CN" panose="02000500000000000000" pitchFamily="2" charset="-122"/>
                <a:cs typeface="Open Sans"/>
                <a:sym typeface="Open Sans"/>
              </a:rPr>
              <a:t> and </a:t>
            </a:r>
            <a:r>
              <a:rPr lang="en" u="sng" dirty="0">
                <a:solidFill>
                  <a:srgbClr val="2200CC"/>
                </a:solidFill>
                <a:latin typeface="HONOR Sans CN" panose="02000500000000000000" pitchFamily="2" charset="-122"/>
                <a:ea typeface="HONOR Sans CN" panose="02000500000000000000" pitchFamily="2" charset="-122"/>
                <a:cs typeface="Open Sans"/>
                <a:sym typeface="Open Sans"/>
                <a:hlinkClick r:id="rId4">
                  <a:extLst>
                    <a:ext uri="{A12FA001-AC4F-418D-AE19-62706E023703}">
                      <ahyp:hlinkClr xmlns:ahyp="http://schemas.microsoft.com/office/drawing/2018/hyperlinkcolor" val="tx"/>
                    </a:ext>
                  </a:extLst>
                </a:hlinkClick>
              </a:rPr>
              <a:t>here</a:t>
            </a:r>
            <a:r>
              <a:rPr lang="en" dirty="0">
                <a:solidFill>
                  <a:schemeClr val="dk1"/>
                </a:solidFill>
                <a:latin typeface="HONOR Sans CN" panose="02000500000000000000" pitchFamily="2" charset="-122"/>
                <a:ea typeface="HONOR Sans CN" panose="02000500000000000000" pitchFamily="2" charset="-122"/>
                <a:cs typeface="Open Sans"/>
                <a:sym typeface="Open Sans"/>
              </a:rPr>
              <a:t>.</a:t>
            </a:r>
            <a:endParaRPr dirty="0">
              <a:latin typeface="HONOR Sans CN" panose="02000500000000000000" pitchFamily="2" charset="-122"/>
              <a:ea typeface="HONOR Sans CN" panose="02000500000000000000" pitchFamily="2" charset="-122"/>
              <a:cs typeface="Open Sans"/>
              <a:sym typeface="Open San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2" name="Google Shape;142;p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dirty="0">
                <a:solidFill>
                  <a:schemeClr val="dk1"/>
                </a:solidFill>
                <a:latin typeface="HONOR Sans CN" panose="02000500000000000000" pitchFamily="2" charset="-122"/>
                <a:ea typeface="HONOR Sans CN" panose="02000500000000000000" pitchFamily="2" charset="-122"/>
                <a:cs typeface="Open Sans"/>
                <a:sym typeface="Open Sans"/>
              </a:rPr>
              <a:t>See the docs for more on </a:t>
            </a:r>
            <a:r>
              <a:rPr lang="en" u="sng" dirty="0">
                <a:solidFill>
                  <a:srgbClr val="2200CC"/>
                </a:solidFill>
                <a:latin typeface="HONOR Sans CN" panose="02000500000000000000" pitchFamily="2" charset="-122"/>
                <a:ea typeface="HONOR Sans CN" panose="02000500000000000000" pitchFamily="2" charset="-122"/>
                <a:cs typeface="Open Sans"/>
                <a:sym typeface="Open Sans"/>
                <a:hlinkClick r:id="rId3">
                  <a:extLst>
                    <a:ext uri="{A12FA001-AC4F-418D-AE19-62706E023703}">
                      <ahyp:hlinkClr xmlns:ahyp="http://schemas.microsoft.com/office/drawing/2018/hyperlinkcolor" val="tx"/>
                    </a:ext>
                  </a:extLst>
                </a:hlinkClick>
              </a:rPr>
              <a:t>returns</a:t>
            </a:r>
            <a:r>
              <a:rPr lang="en" dirty="0">
                <a:solidFill>
                  <a:schemeClr val="dk1"/>
                </a:solidFill>
                <a:latin typeface="HONOR Sans CN" panose="02000500000000000000" pitchFamily="2" charset="-122"/>
                <a:ea typeface="HONOR Sans CN" panose="02000500000000000000" pitchFamily="2" charset="-122"/>
                <a:cs typeface="Open Sans"/>
                <a:sym typeface="Open Sans"/>
              </a:rPr>
              <a:t>.</a:t>
            </a:r>
            <a:endParaRPr dirty="0">
              <a:latin typeface="HONOR Sans CN" panose="02000500000000000000" pitchFamily="2" charset="-122"/>
              <a:ea typeface="HONOR Sans CN" panose="02000500000000000000" pitchFamily="2" charset="-122"/>
              <a:cs typeface="Open Sans"/>
              <a:sym typeface="Open Sans"/>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8" name="Google Shape;148;p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dirty="0">
                <a:solidFill>
                  <a:schemeClr val="dk1"/>
                </a:solidFill>
                <a:latin typeface="HONOR Sans CN" panose="02000500000000000000" pitchFamily="2" charset="-122"/>
                <a:ea typeface="HONOR Sans CN" panose="02000500000000000000" pitchFamily="2" charset="-122"/>
                <a:cs typeface="Open Sans"/>
                <a:sym typeface="Open Sans"/>
              </a:rPr>
              <a:t>See the docs for more on </a:t>
            </a:r>
            <a:r>
              <a:rPr lang="en" u="sng" dirty="0">
                <a:solidFill>
                  <a:srgbClr val="2200CC"/>
                </a:solidFill>
                <a:latin typeface="HONOR Sans CN" panose="02000500000000000000" pitchFamily="2" charset="-122"/>
                <a:ea typeface="HONOR Sans CN" panose="02000500000000000000" pitchFamily="2" charset="-122"/>
                <a:cs typeface="Open Sans"/>
                <a:sym typeface="Open Sans"/>
                <a:hlinkClick r:id="rId3">
                  <a:extLst>
                    <a:ext uri="{A12FA001-AC4F-418D-AE19-62706E023703}">
                      <ahyp:hlinkClr xmlns:ahyp="http://schemas.microsoft.com/office/drawing/2018/hyperlinkcolor" val="tx"/>
                    </a:ext>
                  </a:extLst>
                </a:hlinkClick>
              </a:rPr>
              <a:t>ranges</a:t>
            </a:r>
            <a:r>
              <a:rPr lang="en" dirty="0">
                <a:solidFill>
                  <a:schemeClr val="dk1"/>
                </a:solidFill>
                <a:latin typeface="HONOR Sans CN" panose="02000500000000000000" pitchFamily="2" charset="-122"/>
                <a:ea typeface="HONOR Sans CN" panose="02000500000000000000" pitchFamily="2" charset="-122"/>
                <a:cs typeface="Open Sans"/>
                <a:sym typeface="Open Sans"/>
              </a:rPr>
              <a:t>.</a:t>
            </a:r>
            <a:endParaRPr dirty="0">
              <a:latin typeface="HONOR Sans CN" panose="02000500000000000000" pitchFamily="2" charset="-122"/>
              <a:ea typeface="HONOR Sans CN" panose="02000500000000000000" pitchFamily="2" charset="-122"/>
              <a:cs typeface="Open Sans"/>
              <a:sym typeface="Open Sans"/>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4" name="Google Shape;154;p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0"/>
              </a:spcAft>
              <a:buClr>
                <a:srgbClr val="000000"/>
              </a:buClr>
              <a:buSzPts val="1100"/>
              <a:buFont typeface="Arial"/>
              <a:buNone/>
            </a:pPr>
            <a:r>
              <a:rPr lang="en" dirty="0">
                <a:solidFill>
                  <a:schemeClr val="dk1"/>
                </a:solidFill>
                <a:latin typeface="HONOR Sans CN" panose="02000500000000000000" pitchFamily="2" charset="-122"/>
                <a:ea typeface="HONOR Sans CN" panose="02000500000000000000" pitchFamily="2" charset="-122"/>
                <a:cs typeface="Open Sans"/>
                <a:sym typeface="Open Sans"/>
              </a:rPr>
              <a:t>See the docs for more on </a:t>
            </a:r>
            <a:r>
              <a:rPr lang="en" u="sng" dirty="0">
                <a:solidFill>
                  <a:srgbClr val="2200CC"/>
                </a:solidFill>
                <a:latin typeface="HONOR Sans CN" panose="02000500000000000000" pitchFamily="2" charset="-122"/>
                <a:ea typeface="HONOR Sans CN" panose="02000500000000000000" pitchFamily="2" charset="-122"/>
                <a:cs typeface="Open Sans"/>
                <a:sym typeface="Open Sans"/>
                <a:hlinkClick r:id="rId3">
                  <a:extLst>
                    <a:ext uri="{A12FA001-AC4F-418D-AE19-62706E023703}">
                      <ahyp:hlinkClr xmlns:ahyp="http://schemas.microsoft.com/office/drawing/2018/hyperlinkcolor" val="tx"/>
                    </a:ext>
                  </a:extLst>
                </a:hlinkClick>
              </a:rPr>
              <a:t>null checks</a:t>
            </a:r>
            <a:r>
              <a:rPr lang="en" dirty="0">
                <a:solidFill>
                  <a:schemeClr val="dk1"/>
                </a:solidFill>
                <a:latin typeface="HONOR Sans CN" panose="02000500000000000000" pitchFamily="2" charset="-122"/>
                <a:ea typeface="HONOR Sans CN" panose="02000500000000000000" pitchFamily="2" charset="-122"/>
                <a:cs typeface="Open Sans"/>
                <a:sym typeface="Open Sans"/>
              </a:rPr>
              <a:t> and </a:t>
            </a:r>
            <a:r>
              <a:rPr lang="en" u="sng" dirty="0">
                <a:solidFill>
                  <a:srgbClr val="2200CC"/>
                </a:solidFill>
                <a:latin typeface="HONOR Sans CN" panose="02000500000000000000" pitchFamily="2" charset="-122"/>
                <a:ea typeface="HONOR Sans CN" panose="02000500000000000000" pitchFamily="2" charset="-122"/>
                <a:cs typeface="Open Sans"/>
                <a:sym typeface="Open Sans"/>
                <a:hlinkClick r:id="rId4">
                  <a:extLst>
                    <a:ext uri="{A12FA001-AC4F-418D-AE19-62706E023703}">
                      <ahyp:hlinkClr xmlns:ahyp="http://schemas.microsoft.com/office/drawing/2018/hyperlinkcolor" val="tx"/>
                    </a:ext>
                  </a:extLst>
                </a:hlinkClick>
              </a:rPr>
              <a:t>null safety</a:t>
            </a:r>
            <a:r>
              <a:rPr lang="en" dirty="0">
                <a:solidFill>
                  <a:schemeClr val="dk1"/>
                </a:solidFill>
                <a:latin typeface="HONOR Sans CN" panose="02000500000000000000" pitchFamily="2" charset="-122"/>
                <a:ea typeface="HONOR Sans CN" panose="02000500000000000000" pitchFamily="2" charset="-122"/>
                <a:cs typeface="Open Sans"/>
                <a:sym typeface="Open Sans"/>
              </a:rPr>
              <a:t>.</a:t>
            </a:r>
            <a:br>
              <a:rPr lang="en" dirty="0">
                <a:solidFill>
                  <a:schemeClr val="dk1"/>
                </a:solidFill>
                <a:latin typeface="HONOR Sans CN" panose="02000500000000000000" pitchFamily="2" charset="-122"/>
                <a:ea typeface="HONOR Sans CN" panose="02000500000000000000" pitchFamily="2" charset="-122"/>
                <a:cs typeface="Open Sans"/>
                <a:sym typeface="Open Sans"/>
              </a:rPr>
            </a:br>
            <a:br>
              <a:rPr lang="en" dirty="0">
                <a:solidFill>
                  <a:schemeClr val="dk1"/>
                </a:solidFill>
                <a:latin typeface="HONOR Sans CN" panose="02000500000000000000" pitchFamily="2" charset="-122"/>
                <a:ea typeface="HONOR Sans CN" panose="02000500000000000000" pitchFamily="2" charset="-122"/>
                <a:cs typeface="Open Sans"/>
                <a:sym typeface="Open Sans"/>
              </a:rPr>
            </a:b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在 </a:t>
            </a:r>
            <a:r>
              <a:rPr lang="en-US" dirty="0">
                <a:solidFill>
                  <a:schemeClr val="dk1"/>
                </a:solidFill>
                <a:latin typeface="HONOR Sans CN" panose="02000500000000000000" pitchFamily="2" charset="-122"/>
                <a:ea typeface="HONOR Sans CN" panose="02000500000000000000" pitchFamily="2" charset="-122"/>
                <a:cs typeface="Open Sans"/>
                <a:sym typeface="Open Sans"/>
              </a:rPr>
              <a:t>if (text != null) { ... }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代码块中，这里的 </a:t>
            </a:r>
            <a:r>
              <a:rPr lang="en-US" dirty="0">
                <a:solidFill>
                  <a:schemeClr val="dk1"/>
                </a:solidFill>
                <a:latin typeface="HONOR Sans CN" panose="02000500000000000000" pitchFamily="2" charset="-122"/>
                <a:ea typeface="HONOR Sans CN" panose="02000500000000000000" pitchFamily="2" charset="-122"/>
                <a:cs typeface="Open Sans"/>
                <a:sym typeface="Open Sans"/>
              </a:rPr>
              <a:t>text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被智能转换为 </a:t>
            </a:r>
            <a:r>
              <a:rPr lang="en-US" dirty="0">
                <a:solidFill>
                  <a:schemeClr val="dk1"/>
                </a:solidFill>
                <a:latin typeface="HONOR Sans CN" panose="02000500000000000000" pitchFamily="2" charset="-122"/>
                <a:ea typeface="HONOR Sans CN" panose="02000500000000000000" pitchFamily="2" charset="-122"/>
                <a:cs typeface="Open Sans"/>
                <a:sym typeface="Open Sans"/>
              </a:rPr>
              <a:t>String。</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也就是说，编译器能够理解 </a:t>
            </a:r>
            <a:r>
              <a:rPr lang="en-US" dirty="0">
                <a:solidFill>
                  <a:schemeClr val="dk1"/>
                </a:solidFill>
                <a:latin typeface="HONOR Sans CN" panose="02000500000000000000" pitchFamily="2" charset="-122"/>
                <a:ea typeface="HONOR Sans CN" panose="02000500000000000000" pitchFamily="2" charset="-122"/>
                <a:cs typeface="Open Sans"/>
                <a:sym typeface="Open Sans"/>
              </a:rPr>
              <a:t>text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是一个 </a:t>
            </a:r>
            <a:r>
              <a:rPr lang="en-US" dirty="0">
                <a:solidFill>
                  <a:schemeClr val="dk1"/>
                </a:solidFill>
                <a:latin typeface="HONOR Sans CN" panose="02000500000000000000" pitchFamily="2" charset="-122"/>
                <a:ea typeface="HONOR Sans CN" panose="02000500000000000000" pitchFamily="2" charset="-122"/>
                <a:cs typeface="Open Sans"/>
                <a:sym typeface="Open Sans"/>
              </a:rPr>
              <a:t>String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类型，因为 </a:t>
            </a:r>
            <a:r>
              <a:rPr lang="en-US" dirty="0">
                <a:solidFill>
                  <a:schemeClr val="dk1"/>
                </a:solidFill>
                <a:latin typeface="HONOR Sans CN" panose="02000500000000000000" pitchFamily="2" charset="-122"/>
                <a:ea typeface="HONOR Sans CN" panose="02000500000000000000" pitchFamily="2" charset="-122"/>
                <a:cs typeface="Open Sans"/>
                <a:sym typeface="Open Sans"/>
              </a:rPr>
              <a:t>if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表达式已经检查并确认了 </a:t>
            </a:r>
            <a:r>
              <a:rPr lang="en-US" dirty="0">
                <a:solidFill>
                  <a:schemeClr val="dk1"/>
                </a:solidFill>
                <a:latin typeface="HONOR Sans CN" panose="02000500000000000000" pitchFamily="2" charset="-122"/>
                <a:ea typeface="HONOR Sans CN" panose="02000500000000000000" pitchFamily="2" charset="-122"/>
                <a:cs typeface="Open Sans"/>
                <a:sym typeface="Open Sans"/>
              </a:rPr>
              <a:t>text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不可能为 </a:t>
            </a:r>
            <a:r>
              <a:rPr lang="en-US" dirty="0">
                <a:solidFill>
                  <a:schemeClr val="dk1"/>
                </a:solidFill>
                <a:latin typeface="HONOR Sans CN" panose="02000500000000000000" pitchFamily="2" charset="-122"/>
                <a:ea typeface="HONOR Sans CN" panose="02000500000000000000" pitchFamily="2" charset="-122"/>
                <a:cs typeface="Open Sans"/>
                <a:sym typeface="Open Sans"/>
              </a:rPr>
              <a:t>null。</a:t>
            </a:r>
            <a:r>
              <a:rPr lang="en" dirty="0">
                <a:solidFill>
                  <a:schemeClr val="dk1"/>
                </a:solidFill>
                <a:latin typeface="HONOR Sans CN" panose="02000500000000000000" pitchFamily="2" charset="-122"/>
                <a:ea typeface="HONOR Sans CN" panose="02000500000000000000" pitchFamily="2" charset="-122"/>
                <a:cs typeface="Open Sans"/>
                <a:sym typeface="Open Sans"/>
              </a:rPr>
              <a:t>See the docs for more on </a:t>
            </a:r>
            <a:r>
              <a:rPr lang="en" u="sng" dirty="0">
                <a:solidFill>
                  <a:srgbClr val="2200CC"/>
                </a:solidFill>
                <a:latin typeface="HONOR Sans CN" panose="02000500000000000000" pitchFamily="2" charset="-122"/>
                <a:ea typeface="HONOR Sans CN" panose="02000500000000000000" pitchFamily="2" charset="-122"/>
                <a:cs typeface="Open Sans"/>
                <a:sym typeface="Open Sans"/>
                <a:hlinkClick r:id="rId5">
                  <a:extLst>
                    <a:ext uri="{A12FA001-AC4F-418D-AE19-62706E023703}">
                      <ahyp:hlinkClr xmlns:ahyp="http://schemas.microsoft.com/office/drawing/2018/hyperlinkcolor" val="tx"/>
                    </a:ext>
                  </a:extLst>
                </a:hlinkClick>
              </a:rPr>
              <a:t>null checks</a:t>
            </a:r>
            <a:r>
              <a:rPr lang="en" dirty="0">
                <a:solidFill>
                  <a:schemeClr val="dk1"/>
                </a:solidFill>
                <a:latin typeface="HONOR Sans CN" panose="02000500000000000000" pitchFamily="2" charset="-122"/>
                <a:ea typeface="HONOR Sans CN" panose="02000500000000000000" pitchFamily="2" charset="-122"/>
                <a:cs typeface="Open Sans"/>
                <a:sym typeface="Open Sans"/>
              </a:rPr>
              <a: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在某些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IDE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中，智能转换会被高亮显示（例如在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IntelliJ IDEA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中，除非在设置中关闭了该选项）。智能转换将在函数式编程（</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FP</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）以及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JVM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与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Kotlin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编译器课程中进行更详细的讨论。</a:t>
            </a:r>
            <a:r>
              <a:rPr lang="en" dirty="0">
                <a:solidFill>
                  <a:schemeClr val="dk1"/>
                </a:solidFill>
                <a:latin typeface="HONOR Sans CN" panose="02000500000000000000" pitchFamily="2" charset="-122"/>
                <a:ea typeface="HONOR Sans CN" panose="02000500000000000000" pitchFamily="2" charset="-122"/>
                <a:cs typeface="Open Sans"/>
                <a:sym typeface="Open Sans"/>
              </a:rPr>
              <a:t>You can also refer to the docs for more on </a:t>
            </a:r>
            <a:r>
              <a:rPr lang="en" u="sng" dirty="0">
                <a:solidFill>
                  <a:srgbClr val="2200CC"/>
                </a:solidFill>
                <a:latin typeface="HONOR Sans CN" panose="02000500000000000000" pitchFamily="2" charset="-122"/>
                <a:ea typeface="HONOR Sans CN" panose="02000500000000000000" pitchFamily="2" charset="-122"/>
                <a:cs typeface="Open Sans"/>
                <a:sym typeface="Open Sans"/>
                <a:hlinkClick r:id="rId6">
                  <a:extLst>
                    <a:ext uri="{A12FA001-AC4F-418D-AE19-62706E023703}">
                      <ahyp:hlinkClr xmlns:ahyp="http://schemas.microsoft.com/office/drawing/2018/hyperlinkcolor" val="tx"/>
                    </a:ext>
                  </a:extLst>
                </a:hlinkClick>
              </a:rPr>
              <a:t>smart casts</a:t>
            </a:r>
            <a:r>
              <a:rPr lang="en" dirty="0">
                <a:solidFill>
                  <a:schemeClr val="dk1"/>
                </a:solidFill>
                <a:latin typeface="HONOR Sans CN" panose="02000500000000000000" pitchFamily="2" charset="-122"/>
                <a:ea typeface="HONOR Sans CN" panose="02000500000000000000" pitchFamily="2" charset="-122"/>
                <a:cs typeface="Open Sans"/>
                <a:sym typeface="Open Sans"/>
              </a:rPr>
              <a:t>.</a:t>
            </a:r>
            <a:endParaRPr dirty="0">
              <a:latin typeface="HONOR Sans CN" panose="02000500000000000000" pitchFamily="2" charset="-122"/>
              <a:ea typeface="HONOR Sans CN" panose="02000500000000000000" pitchFamily="2" charset="-122"/>
              <a:cs typeface="Open Sans"/>
              <a:sym typeface="Open Sans"/>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0" name="Google Shape;160;p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0"/>
              </a:spcAft>
              <a:buSzPts val="1100"/>
              <a:buNone/>
            </a:pPr>
            <a:r>
              <a:rPr lang="en" dirty="0">
                <a:solidFill>
                  <a:schemeClr val="dk1"/>
                </a:solidFill>
                <a:latin typeface="HONOR Sans CN" panose="02000500000000000000" pitchFamily="2" charset="-122"/>
                <a:ea typeface="HONOR Sans CN" panose="02000500000000000000" pitchFamily="2" charset="-122"/>
                <a:cs typeface="Open Sans"/>
                <a:sym typeface="Open Sans"/>
              </a:rPr>
              <a:t>See the docs for more on the </a:t>
            </a:r>
            <a:r>
              <a:rPr lang="en" u="sng" dirty="0">
                <a:solidFill>
                  <a:srgbClr val="2200CC"/>
                </a:solidFill>
                <a:latin typeface="HONOR Sans CN" panose="02000500000000000000" pitchFamily="2" charset="-122"/>
                <a:ea typeface="HONOR Sans CN" panose="02000500000000000000" pitchFamily="2" charset="-122"/>
                <a:cs typeface="Open Sans"/>
                <a:sym typeface="Open Sans"/>
                <a:hlinkClick r:id="rId3">
                  <a:extLst>
                    <a:ext uri="{A12FA001-AC4F-418D-AE19-62706E023703}">
                      <ahyp:hlinkClr xmlns:ahyp="http://schemas.microsoft.com/office/drawing/2018/hyperlinkcolor" val="tx"/>
                    </a:ext>
                  </a:extLst>
                </a:hlinkClick>
              </a:rPr>
              <a:t>Elvis operator</a:t>
            </a:r>
            <a:r>
              <a:rPr lang="en" dirty="0">
                <a:solidFill>
                  <a:schemeClr val="dk1"/>
                </a:solidFill>
                <a:latin typeface="HONOR Sans CN" panose="02000500000000000000" pitchFamily="2" charset="-122"/>
                <a:ea typeface="HONOR Sans CN" panose="02000500000000000000" pitchFamily="2" charset="-122"/>
                <a:cs typeface="Open Sans"/>
                <a:sym typeface="Open Sans"/>
              </a:rPr>
              <a:t>.</a:t>
            </a:r>
            <a:endParaRPr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lnSpc>
                <a:spcPct val="150000"/>
              </a:lnSpc>
              <a:spcBef>
                <a:spcPts val="0"/>
              </a:spcBef>
              <a:spcAft>
                <a:spcPts val="0"/>
              </a:spcAft>
              <a:buClr>
                <a:schemeClr val="dk1"/>
              </a:buClr>
              <a:buSzPts val="1100"/>
              <a:buFont typeface="Arial"/>
              <a:buNone/>
            </a:pPr>
            <a:br>
              <a:rPr lang="en" dirty="0">
                <a:solidFill>
                  <a:schemeClr val="dk1"/>
                </a:solidFill>
                <a:latin typeface="Raleway"/>
                <a:ea typeface="Raleway"/>
                <a:cs typeface="Raleway"/>
                <a:sym typeface="Raleway"/>
              </a:rPr>
            </a:br>
            <a:r>
              <a:rPr lang="en-US" dirty="0">
                <a:solidFill>
                  <a:schemeClr val="dk1"/>
                </a:solidFill>
                <a:latin typeface="JetBrains Mono"/>
                <a:ea typeface="JetBrains Mono"/>
                <a:cs typeface="JetBrains Mono"/>
                <a:sym typeface="JetBrains Mono"/>
              </a:rPr>
              <a:t>x ?: y </a:t>
            </a:r>
            <a:r>
              <a:rPr lang="zh-CN" altLang="en-US" dirty="0">
                <a:solidFill>
                  <a:schemeClr val="dk1"/>
                </a:solidFill>
                <a:latin typeface="JetBrains Mono"/>
                <a:ea typeface="JetBrains Mono"/>
                <a:cs typeface="JetBrains Mono"/>
                <a:sym typeface="JetBrains Mono"/>
              </a:rPr>
              <a:t>等同于 </a:t>
            </a:r>
            <a:r>
              <a:rPr lang="en-US" dirty="0">
                <a:solidFill>
                  <a:schemeClr val="dk1"/>
                </a:solidFill>
                <a:latin typeface="JetBrains Mono"/>
                <a:ea typeface="JetBrains Mono"/>
                <a:cs typeface="JetBrains Mono"/>
                <a:sym typeface="JetBrains Mono"/>
              </a:rPr>
              <a:t>if (x != null) x else y。</a:t>
            </a:r>
            <a:r>
              <a:rPr lang="zh-CN" altLang="en-US" dirty="0">
                <a:solidFill>
                  <a:schemeClr val="dk1"/>
                </a:solidFill>
                <a:latin typeface="JetBrains Mono"/>
                <a:ea typeface="JetBrains Mono"/>
                <a:cs typeface="JetBrains Mono"/>
                <a:sym typeface="JetBrains Mono"/>
              </a:rPr>
              <a:t>这句话完整描述了 </a:t>
            </a:r>
            <a:r>
              <a:rPr lang="en-US" dirty="0">
                <a:solidFill>
                  <a:schemeClr val="dk1"/>
                </a:solidFill>
                <a:latin typeface="JetBrains Mono"/>
                <a:ea typeface="JetBrains Mono"/>
                <a:cs typeface="JetBrains Mono"/>
                <a:sym typeface="JetBrains Mono"/>
              </a:rPr>
              <a:t>Elvis </a:t>
            </a:r>
            <a:r>
              <a:rPr lang="zh-CN" altLang="en-US" dirty="0">
                <a:solidFill>
                  <a:schemeClr val="dk1"/>
                </a:solidFill>
                <a:latin typeface="JetBrains Mono"/>
                <a:ea typeface="JetBrains Mono"/>
                <a:cs typeface="JetBrains Mono"/>
                <a:sym typeface="JetBrains Mono"/>
              </a:rPr>
              <a:t>运算符的行为。</a:t>
            </a:r>
            <a:endParaRPr dirty="0">
              <a:solidFill>
                <a:schemeClr val="dk1"/>
              </a:solidFill>
              <a:latin typeface="HONOR Sans CN" panose="02000500000000000000" pitchFamily="2" charset="-122"/>
              <a:ea typeface="HONOR Sans CN" panose="02000500000000000000" pitchFamily="2" charset="-122"/>
              <a:cs typeface="Open Sans"/>
              <a:sym typeface="Open Sans"/>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7" name="Google Shape;167;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0"/>
              </a:spcAft>
              <a:buClr>
                <a:srgbClr val="000000"/>
              </a:buClr>
              <a:buSzPts val="1100"/>
              <a:buFont typeface="Arial"/>
              <a:buNone/>
            </a:pPr>
            <a:r>
              <a:rPr lang="en" dirty="0">
                <a:solidFill>
                  <a:schemeClr val="dk1"/>
                </a:solidFill>
                <a:latin typeface="HONOR Sans CN" panose="02000500000000000000" pitchFamily="2" charset="-122"/>
                <a:ea typeface="HONOR Sans CN" panose="02000500000000000000" pitchFamily="2" charset="-122"/>
                <a:cs typeface="Open Sans"/>
                <a:sym typeface="Open Sans"/>
              </a:rPr>
              <a:t>See the docs for more on </a:t>
            </a:r>
            <a:r>
              <a:rPr lang="en" u="sng" dirty="0">
                <a:solidFill>
                  <a:srgbClr val="2200CC"/>
                </a:solidFill>
                <a:latin typeface="HONOR Sans CN" panose="02000500000000000000" pitchFamily="2" charset="-122"/>
                <a:ea typeface="HONOR Sans CN" panose="02000500000000000000" pitchFamily="2" charset="-122"/>
                <a:cs typeface="Open Sans"/>
                <a:sym typeface="Open Sans"/>
                <a:hlinkClick r:id="rId3">
                  <a:extLst>
                    <a:ext uri="{A12FA001-AC4F-418D-AE19-62706E023703}">
                      <ahyp:hlinkClr xmlns:ahyp="http://schemas.microsoft.com/office/drawing/2018/hyperlinkcolor" val="tx"/>
                    </a:ext>
                  </a:extLst>
                </a:hlinkClick>
              </a:rPr>
              <a:t>null safety</a:t>
            </a:r>
            <a:r>
              <a:rPr lang="en" dirty="0">
                <a:solidFill>
                  <a:schemeClr val="dk1"/>
                </a:solidFill>
                <a:latin typeface="HONOR Sans CN" panose="02000500000000000000" pitchFamily="2" charset="-122"/>
                <a:ea typeface="HONOR Sans CN" panose="02000500000000000000" pitchFamily="2" charset="-122"/>
                <a:cs typeface="Open Sans"/>
                <a:sym typeface="Open Sans"/>
              </a:rPr>
              <a:t>.</a:t>
            </a:r>
            <a:br>
              <a:rPr lang="en" dirty="0">
                <a:solidFill>
                  <a:schemeClr val="dk1"/>
                </a:solidFill>
                <a:latin typeface="HONOR Sans CN" panose="02000500000000000000" pitchFamily="2" charset="-122"/>
                <a:ea typeface="HONOR Sans CN" panose="02000500000000000000" pitchFamily="2" charset="-122"/>
                <a:cs typeface="Open Sans"/>
                <a:sym typeface="Open Sans"/>
              </a:rPr>
            </a:br>
            <a:br>
              <a:rPr lang="en" dirty="0">
                <a:solidFill>
                  <a:schemeClr val="dk1"/>
                </a:solidFill>
                <a:latin typeface="HONOR Sans CN" panose="02000500000000000000" pitchFamily="2" charset="-122"/>
                <a:ea typeface="HONOR Sans CN" panose="02000500000000000000" pitchFamily="2" charset="-122"/>
                <a:cs typeface="Open Sans"/>
                <a:sym typeface="Open Sans"/>
              </a:rPr>
            </a:br>
            <a:r>
              <a:rPr lang="en" dirty="0">
                <a:solidFill>
                  <a:schemeClr val="dk1"/>
                </a:solidFill>
                <a:latin typeface="HONOR Sans CN" panose="02000500000000000000" pitchFamily="2" charset="-122"/>
                <a:ea typeface="HONOR Sans CN" panose="02000500000000000000" pitchFamily="2" charset="-122"/>
                <a:cs typeface="Open Sans"/>
                <a:sym typeface="Open Sans"/>
              </a:rPr>
              <a:t>More information about </a:t>
            </a:r>
            <a:r>
              <a:rPr lang="en" i="1" dirty="0">
                <a:solidFill>
                  <a:schemeClr val="dk1"/>
                </a:solidFill>
                <a:latin typeface="HONOR Sans CN" panose="02000500000000000000" pitchFamily="2" charset="-122"/>
                <a:ea typeface="HONOR Sans CN" panose="02000500000000000000" pitchFamily="2" charset="-122"/>
                <a:cs typeface="Open Sans"/>
                <a:sym typeface="Open Sans"/>
              </a:rPr>
              <a:t>scope functions</a:t>
            </a:r>
            <a:r>
              <a:rPr lang="en" dirty="0">
                <a:solidFill>
                  <a:schemeClr val="dk1"/>
                </a:solidFill>
                <a:latin typeface="HONOR Sans CN" panose="02000500000000000000" pitchFamily="2" charset="-122"/>
                <a:ea typeface="HONOR Sans CN" panose="02000500000000000000" pitchFamily="2" charset="-122"/>
                <a:cs typeface="Open Sans"/>
                <a:sym typeface="Open Sans"/>
              </a:rPr>
              <a:t> (</a:t>
            </a:r>
            <a:r>
              <a:rPr lang="en" dirty="0">
                <a:solidFill>
                  <a:srgbClr val="3F51B5"/>
                </a:solidFill>
                <a:latin typeface="JetBrains Mono"/>
                <a:ea typeface="JetBrains Mono"/>
                <a:cs typeface="JetBrains Mono"/>
                <a:sym typeface="JetBrains Mono"/>
              </a:rPr>
              <a:t>let</a:t>
            </a:r>
            <a:r>
              <a:rPr lang="en" dirty="0">
                <a:solidFill>
                  <a:schemeClr val="dk1"/>
                </a:solidFill>
                <a:latin typeface="Raleway"/>
                <a:ea typeface="Raleway"/>
                <a:cs typeface="Raleway"/>
                <a:sym typeface="Raleway"/>
              </a:rPr>
              <a:t>, </a:t>
            </a:r>
            <a:r>
              <a:rPr lang="en" dirty="0">
                <a:solidFill>
                  <a:srgbClr val="3F51B5"/>
                </a:solidFill>
                <a:latin typeface="JetBrains Mono"/>
                <a:ea typeface="JetBrains Mono"/>
                <a:cs typeface="JetBrains Mono"/>
                <a:sym typeface="JetBrains Mono"/>
              </a:rPr>
              <a:t>apply</a:t>
            </a:r>
            <a:r>
              <a:rPr lang="en" dirty="0">
                <a:solidFill>
                  <a:schemeClr val="dk1"/>
                </a:solidFill>
                <a:latin typeface="HONOR Sans CN" panose="02000500000000000000" pitchFamily="2" charset="-122"/>
                <a:ea typeface="HONOR Sans CN" panose="02000500000000000000" pitchFamily="2" charset="-122"/>
                <a:cs typeface="Open Sans"/>
                <a:sym typeface="Open Sans"/>
              </a:rPr>
              <a:t>, and others) can be found </a:t>
            </a:r>
            <a:r>
              <a:rPr lang="en" u="sng" dirty="0">
                <a:solidFill>
                  <a:srgbClr val="2200CC"/>
                </a:solidFill>
                <a:latin typeface="HONOR Sans CN" panose="02000500000000000000" pitchFamily="2" charset="-122"/>
                <a:ea typeface="HONOR Sans CN" panose="02000500000000000000" pitchFamily="2" charset="-122"/>
                <a:cs typeface="Open Sans"/>
                <a:sym typeface="Open Sans"/>
                <a:hlinkClick r:id="rId4">
                  <a:extLst>
                    <a:ext uri="{A12FA001-AC4F-418D-AE19-62706E023703}">
                      <ahyp:hlinkClr xmlns:ahyp="http://schemas.microsoft.com/office/drawing/2018/hyperlinkcolor" val="tx"/>
                    </a:ext>
                  </a:extLst>
                </a:hlinkClick>
              </a:rPr>
              <a:t>here</a:t>
            </a:r>
            <a:r>
              <a:rPr lang="en" dirty="0">
                <a:solidFill>
                  <a:schemeClr val="dk1"/>
                </a:solidFill>
                <a:latin typeface="HONOR Sans CN" panose="02000500000000000000" pitchFamily="2" charset="-122"/>
                <a:ea typeface="HONOR Sans CN" panose="02000500000000000000" pitchFamily="2" charset="-122"/>
                <a:cs typeface="Open Sans"/>
                <a:sym typeface="Open Sans"/>
              </a:rPr>
              <a:t>. It makes more sense to read this documentation after the </a:t>
            </a:r>
            <a:r>
              <a:rPr lang="en" i="1" dirty="0">
                <a:solidFill>
                  <a:schemeClr val="dk1"/>
                </a:solidFill>
                <a:latin typeface="HONOR Sans CN" panose="02000500000000000000" pitchFamily="2" charset="-122"/>
                <a:ea typeface="HONOR Sans CN" panose="02000500000000000000" pitchFamily="2" charset="-122"/>
                <a:cs typeface="Open Sans"/>
                <a:sym typeface="Open Sans"/>
              </a:rPr>
              <a:t>OOP introduction</a:t>
            </a:r>
            <a:r>
              <a:rPr lang="en" dirty="0">
                <a:solidFill>
                  <a:schemeClr val="dk1"/>
                </a:solidFill>
                <a:latin typeface="HONOR Sans CN" panose="02000500000000000000" pitchFamily="2" charset="-122"/>
                <a:ea typeface="HONOR Sans CN" panose="02000500000000000000" pitchFamily="2" charset="-122"/>
                <a:cs typeface="Open Sans"/>
                <a:sym typeface="Open Sans"/>
              </a:rPr>
              <a:t> lecture.</a:t>
            </a:r>
            <a:endParaRPr dirty="0">
              <a:latin typeface="HONOR Sans CN" panose="02000500000000000000" pitchFamily="2" charset="-122"/>
              <a:ea typeface="HONOR Sans CN" panose="02000500000000000000" pitchFamily="2" charset="-122"/>
              <a:cs typeface="Open Sans"/>
              <a:sym typeface="Open Sans"/>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3" name="Google Shape;173;p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dirty="0">
                <a:solidFill>
                  <a:schemeClr val="dk1"/>
                </a:solidFill>
                <a:latin typeface="HONOR Sans CN" panose="02000500000000000000" pitchFamily="2" charset="-122"/>
                <a:ea typeface="HONOR Sans CN" panose="02000500000000000000" pitchFamily="2" charset="-122"/>
                <a:cs typeface="Open Sans"/>
                <a:sym typeface="Open Sans"/>
              </a:rPr>
              <a:t>See the docs for more on the </a:t>
            </a:r>
            <a:r>
              <a:rPr lang="en" u="sng" dirty="0">
                <a:solidFill>
                  <a:srgbClr val="2200CC"/>
                </a:solidFill>
                <a:latin typeface="HONOR Sans CN" panose="02000500000000000000" pitchFamily="2" charset="-122"/>
                <a:ea typeface="HONOR Sans CN" panose="02000500000000000000" pitchFamily="2" charset="-122"/>
                <a:cs typeface="Open Sans"/>
                <a:sym typeface="Open Sans"/>
                <a:hlinkClick r:id="rId3">
                  <a:extLst>
                    <a:ext uri="{A12FA001-AC4F-418D-AE19-62706E023703}">
                      <ahyp:hlinkClr xmlns:ahyp="http://schemas.microsoft.com/office/drawing/2018/hyperlinkcolor" val="tx"/>
                    </a:ext>
                  </a:extLst>
                </a:hlinkClick>
              </a:rPr>
              <a:t>!! operator</a:t>
            </a:r>
            <a:r>
              <a:rPr lang="en" dirty="0">
                <a:solidFill>
                  <a:schemeClr val="dk1"/>
                </a:solidFill>
                <a:latin typeface="HONOR Sans CN" panose="02000500000000000000" pitchFamily="2" charset="-122"/>
                <a:ea typeface="HONOR Sans CN" panose="02000500000000000000" pitchFamily="2" charset="-122"/>
                <a:cs typeface="Open Sans"/>
                <a:sym typeface="Open Sans"/>
              </a:rPr>
              <a:t>.</a:t>
            </a:r>
            <a:endParaRPr dirty="0">
              <a:latin typeface="HONOR Sans CN" panose="02000500000000000000" pitchFamily="2" charset="-122"/>
              <a:ea typeface="HONOR Sans CN" panose="02000500000000000000" pitchFamily="2" charset="-122"/>
              <a:cs typeface="Open Sans"/>
              <a:sym typeface="Open Sans"/>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0" name="Google Shape;180;p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0"/>
              </a:spcAft>
              <a:buSzPts val="1100"/>
              <a:buNone/>
            </a:pPr>
            <a:r>
              <a:rPr lang="en" dirty="0">
                <a:solidFill>
                  <a:srgbClr val="333333"/>
                </a:solidFill>
                <a:latin typeface="HONOR Sans CN" panose="02000500000000000000" pitchFamily="2" charset="-122"/>
                <a:ea typeface="HONOR Sans CN" panose="02000500000000000000" pitchFamily="2" charset="-122"/>
                <a:cs typeface="Open Sans"/>
                <a:sym typeface="Open Sans"/>
              </a:rPr>
              <a:t>See the docs for more on </a:t>
            </a:r>
            <a:r>
              <a:rPr lang="en" dirty="0">
                <a:solidFill>
                  <a:srgbClr val="497BB7"/>
                </a:solidFill>
                <a:latin typeface="JetBrains Mono"/>
                <a:ea typeface="JetBrains Mono"/>
                <a:cs typeface="JetBrains Mono"/>
                <a:sym typeface="JetBrains Mono"/>
              </a:rPr>
              <a:t>TODO</a:t>
            </a:r>
            <a:r>
              <a:rPr lang="en" dirty="0">
                <a:solidFill>
                  <a:srgbClr val="333333"/>
                </a:solidFill>
                <a:latin typeface="HONOR Sans CN" panose="02000500000000000000" pitchFamily="2" charset="-122"/>
                <a:ea typeface="HONOR Sans CN" panose="02000500000000000000" pitchFamily="2" charset="-122"/>
                <a:cs typeface="Open Sans"/>
                <a:sym typeface="Open Sans"/>
              </a:rPr>
              <a:t> </a:t>
            </a:r>
            <a:r>
              <a:rPr lang="en" u="sng" dirty="0">
                <a:solidFill>
                  <a:srgbClr val="2200CC"/>
                </a:solidFill>
                <a:latin typeface="HONOR Sans CN" panose="02000500000000000000" pitchFamily="2" charset="-122"/>
                <a:ea typeface="HONOR Sans CN" panose="02000500000000000000" pitchFamily="2" charset="-122"/>
                <a:cs typeface="Open Sans"/>
                <a:sym typeface="Open Sans"/>
                <a:hlinkClick r:id="rId3">
                  <a:extLst>
                    <a:ext uri="{A12FA001-AC4F-418D-AE19-62706E023703}">
                      <ahyp:hlinkClr xmlns:ahyp="http://schemas.microsoft.com/office/drawing/2018/hyperlinkcolor" val="tx"/>
                    </a:ext>
                  </a:extLst>
                </a:hlinkClick>
              </a:rPr>
              <a:t>here</a:t>
            </a:r>
            <a:r>
              <a:rPr lang="en" dirty="0">
                <a:solidFill>
                  <a:srgbClr val="333333"/>
                </a:solidFill>
                <a:latin typeface="HONOR Sans CN" panose="02000500000000000000" pitchFamily="2" charset="-122"/>
                <a:ea typeface="HONOR Sans CN" panose="02000500000000000000" pitchFamily="2" charset="-122"/>
                <a:cs typeface="Open Sans"/>
                <a:sym typeface="Open Sans"/>
              </a:rPr>
              <a:t> and </a:t>
            </a:r>
            <a:r>
              <a:rPr lang="en" u="sng" dirty="0">
                <a:solidFill>
                  <a:srgbClr val="2200CC"/>
                </a:solidFill>
                <a:latin typeface="HONOR Sans CN" panose="02000500000000000000" pitchFamily="2" charset="-122"/>
                <a:ea typeface="HONOR Sans CN" panose="02000500000000000000" pitchFamily="2" charset="-122"/>
                <a:cs typeface="Open Sans"/>
                <a:sym typeface="Open Sans"/>
                <a:hlinkClick r:id="rId4">
                  <a:extLst>
                    <a:ext uri="{A12FA001-AC4F-418D-AE19-62706E023703}">
                      <ahyp:hlinkClr xmlns:ahyp="http://schemas.microsoft.com/office/drawing/2018/hyperlinkcolor" val="tx"/>
                    </a:ext>
                  </a:extLst>
                </a:hlinkClick>
              </a:rPr>
              <a:t>here</a:t>
            </a:r>
            <a:r>
              <a:rPr lang="en" dirty="0">
                <a:solidFill>
                  <a:srgbClr val="333333"/>
                </a:solidFill>
                <a:latin typeface="HONOR Sans CN" panose="02000500000000000000" pitchFamily="2" charset="-122"/>
                <a:ea typeface="HONOR Sans CN" panose="02000500000000000000" pitchFamily="2" charset="-122"/>
                <a:cs typeface="Open Sans"/>
                <a:sym typeface="Open Sans"/>
              </a:rPr>
              <a:t>. Also see other similar functions: </a:t>
            </a:r>
            <a:r>
              <a:rPr lang="en" u="sng" dirty="0">
                <a:solidFill>
                  <a:srgbClr val="2200CC"/>
                </a:solidFill>
                <a:latin typeface="JetBrains Mono"/>
                <a:ea typeface="JetBrains Mono"/>
                <a:cs typeface="JetBrains Mono"/>
                <a:sym typeface="JetBrains Mono"/>
                <a:hlinkClick r:id="rId5">
                  <a:extLst>
                    <a:ext uri="{A12FA001-AC4F-418D-AE19-62706E023703}">
                      <ahyp:hlinkClr xmlns:ahyp="http://schemas.microsoft.com/office/drawing/2018/hyperlinkcolor" val="tx"/>
                    </a:ext>
                  </a:extLst>
                </a:hlinkClick>
              </a:rPr>
              <a:t>error</a:t>
            </a:r>
            <a:r>
              <a:rPr lang="en" dirty="0">
                <a:solidFill>
                  <a:srgbClr val="333333"/>
                </a:solidFill>
                <a:latin typeface="Raleway"/>
                <a:ea typeface="Raleway"/>
                <a:cs typeface="Raleway"/>
                <a:sym typeface="Raleway"/>
              </a:rPr>
              <a:t>, </a:t>
            </a:r>
            <a:r>
              <a:rPr lang="en" u="sng" dirty="0">
                <a:solidFill>
                  <a:srgbClr val="2200CC"/>
                </a:solidFill>
                <a:latin typeface="JetBrains Mono"/>
                <a:ea typeface="JetBrains Mono"/>
                <a:cs typeface="JetBrains Mono"/>
                <a:sym typeface="JetBrains Mono"/>
                <a:hlinkClick r:id="rId6">
                  <a:extLst>
                    <a:ext uri="{A12FA001-AC4F-418D-AE19-62706E023703}">
                      <ahyp:hlinkClr xmlns:ahyp="http://schemas.microsoft.com/office/drawing/2018/hyperlinkcolor" val="tx"/>
                    </a:ext>
                  </a:extLst>
                </a:hlinkClick>
              </a:rPr>
              <a:t>require</a:t>
            </a:r>
            <a:r>
              <a:rPr lang="en" dirty="0">
                <a:solidFill>
                  <a:srgbClr val="333333"/>
                </a:solidFill>
                <a:latin typeface="Raleway"/>
                <a:ea typeface="Raleway"/>
                <a:cs typeface="Raleway"/>
                <a:sym typeface="Raleway"/>
              </a:rPr>
              <a:t>, </a:t>
            </a:r>
            <a:r>
              <a:rPr lang="en" u="sng" dirty="0">
                <a:solidFill>
                  <a:srgbClr val="2200CC"/>
                </a:solidFill>
                <a:latin typeface="JetBrains Mono"/>
                <a:ea typeface="JetBrains Mono"/>
                <a:cs typeface="JetBrains Mono"/>
                <a:sym typeface="JetBrains Mono"/>
                <a:hlinkClick r:id="rId7">
                  <a:extLst>
                    <a:ext uri="{A12FA001-AC4F-418D-AE19-62706E023703}">
                      <ahyp:hlinkClr xmlns:ahyp="http://schemas.microsoft.com/office/drawing/2018/hyperlinkcolor" val="tx"/>
                    </a:ext>
                  </a:extLst>
                </a:hlinkClick>
              </a:rPr>
              <a:t>requireNotNull</a:t>
            </a:r>
            <a:r>
              <a:rPr lang="en" dirty="0">
                <a:solidFill>
                  <a:schemeClr val="dk1"/>
                </a:solidFill>
                <a:latin typeface="Raleway"/>
                <a:ea typeface="Raleway"/>
                <a:cs typeface="Raleway"/>
                <a:sym typeface="Raleway"/>
              </a:rPr>
              <a:t>, </a:t>
            </a:r>
            <a:r>
              <a:rPr lang="en" u="sng" dirty="0">
                <a:solidFill>
                  <a:srgbClr val="2200CC"/>
                </a:solidFill>
                <a:latin typeface="JetBrains Mono"/>
                <a:ea typeface="JetBrains Mono"/>
                <a:cs typeface="JetBrains Mono"/>
                <a:sym typeface="JetBrains Mono"/>
                <a:hlinkClick r:id="rId8">
                  <a:extLst>
                    <a:ext uri="{A12FA001-AC4F-418D-AE19-62706E023703}">
                      <ahyp:hlinkClr xmlns:ahyp="http://schemas.microsoft.com/office/drawing/2018/hyperlinkcolor" val="tx"/>
                    </a:ext>
                  </a:extLst>
                </a:hlinkClick>
              </a:rPr>
              <a:t>check</a:t>
            </a:r>
            <a:r>
              <a:rPr lang="en" dirty="0">
                <a:solidFill>
                  <a:schemeClr val="dk1"/>
                </a:solidFill>
                <a:latin typeface="Raleway"/>
                <a:ea typeface="Raleway"/>
                <a:cs typeface="Raleway"/>
                <a:sym typeface="Raleway"/>
              </a:rPr>
              <a:t>, </a:t>
            </a:r>
            <a:r>
              <a:rPr lang="en" u="sng" dirty="0">
                <a:solidFill>
                  <a:srgbClr val="2200CC"/>
                </a:solidFill>
                <a:latin typeface="JetBrains Mono"/>
                <a:ea typeface="JetBrains Mono"/>
                <a:cs typeface="JetBrains Mono"/>
                <a:sym typeface="JetBrains Mono"/>
                <a:hlinkClick r:id="rId9">
                  <a:extLst>
                    <a:ext uri="{A12FA001-AC4F-418D-AE19-62706E023703}">
                      <ahyp:hlinkClr xmlns:ahyp="http://schemas.microsoft.com/office/drawing/2018/hyperlinkcolor" val="tx"/>
                    </a:ext>
                  </a:extLst>
                </a:hlinkClick>
              </a:rPr>
              <a:t>checkNotNull</a:t>
            </a:r>
            <a:r>
              <a:rPr lang="en" dirty="0">
                <a:solidFill>
                  <a:schemeClr val="dk1"/>
                </a:solidFill>
                <a:latin typeface="HONOR Sans CN" panose="02000500000000000000" pitchFamily="2" charset="-122"/>
                <a:ea typeface="HONOR Sans CN" panose="02000500000000000000" pitchFamily="2" charset="-122"/>
                <a:cs typeface="Open Sans"/>
                <a:sym typeface="Open Sans"/>
              </a:rPr>
              <a:t>, and </a:t>
            </a:r>
            <a:r>
              <a:rPr lang="en" u="sng" dirty="0">
                <a:solidFill>
                  <a:srgbClr val="2200CC"/>
                </a:solidFill>
                <a:latin typeface="JetBrains Mono"/>
                <a:ea typeface="JetBrains Mono"/>
                <a:cs typeface="JetBrains Mono"/>
                <a:sym typeface="JetBrains Mono"/>
                <a:hlinkClick r:id="rId10">
                  <a:extLst>
                    <a:ext uri="{A12FA001-AC4F-418D-AE19-62706E023703}">
                      <ahyp:hlinkClr xmlns:ahyp="http://schemas.microsoft.com/office/drawing/2018/hyperlinkcolor" val="tx"/>
                    </a:ext>
                  </a:extLst>
                </a:hlinkClick>
              </a:rPr>
              <a:t>assert</a:t>
            </a:r>
            <a:r>
              <a:rPr lang="en" dirty="0">
                <a:solidFill>
                  <a:schemeClr val="dk1"/>
                </a:solidFill>
                <a:latin typeface="Raleway"/>
                <a:ea typeface="Raleway"/>
                <a:cs typeface="Raleway"/>
                <a:sym typeface="Raleway"/>
              </a:rPr>
              <a:t>.</a:t>
            </a:r>
            <a:endParaRPr dirty="0">
              <a:solidFill>
                <a:schemeClr val="dk1"/>
              </a:solidFill>
              <a:latin typeface="Raleway"/>
              <a:ea typeface="Raleway"/>
              <a:cs typeface="Raleway"/>
              <a:sym typeface="Raleway"/>
            </a:endParaRPr>
          </a:p>
          <a:p>
            <a:pPr marL="0" lvl="0" indent="0" algn="l" rtl="0">
              <a:lnSpc>
                <a:spcPct val="150000"/>
              </a:lnSpc>
              <a:spcBef>
                <a:spcPts val="0"/>
              </a:spcBef>
              <a:spcAft>
                <a:spcPts val="0"/>
              </a:spcAft>
              <a:buClr>
                <a:schemeClr val="dk1"/>
              </a:buClr>
              <a:buSzPts val="1100"/>
              <a:buFont typeface="Arial"/>
              <a:buNone/>
            </a:pPr>
            <a:br>
              <a:rPr lang="en" dirty="0">
                <a:solidFill>
                  <a:srgbClr val="333333"/>
                </a:solidFill>
                <a:latin typeface="Raleway"/>
                <a:ea typeface="Raleway"/>
                <a:cs typeface="Raleway"/>
                <a:sym typeface="Raleway"/>
              </a:rPr>
            </a:br>
            <a:r>
              <a:rPr lang="en-US" dirty="0">
                <a:solidFill>
                  <a:srgbClr val="497BB7"/>
                </a:solidFill>
                <a:latin typeface="JetBrains Mono"/>
                <a:ea typeface="JetBrains Mono"/>
                <a:cs typeface="JetBrains Mono"/>
                <a:sym typeface="JetBrains Mono"/>
              </a:rPr>
              <a:t>TODO </a:t>
            </a:r>
            <a:r>
              <a:rPr lang="zh-CN" altLang="en-US" dirty="0">
                <a:solidFill>
                  <a:srgbClr val="497BB7"/>
                </a:solidFill>
                <a:latin typeface="JetBrains Mono"/>
                <a:ea typeface="JetBrains Mono"/>
                <a:cs typeface="JetBrains Mono"/>
                <a:sym typeface="JetBrains Mono"/>
              </a:rPr>
              <a:t>通常用于勾勒逻辑原型并推迟其具体实现，因为一次性实现所有逻辑是很困难的。通过为所有必要的实体（类、接口及其方法和值）分配 </a:t>
            </a:r>
            <a:r>
              <a:rPr lang="en-US" dirty="0">
                <a:solidFill>
                  <a:srgbClr val="497BB7"/>
                </a:solidFill>
                <a:latin typeface="JetBrains Mono"/>
                <a:ea typeface="JetBrains Mono"/>
                <a:cs typeface="JetBrains Mono"/>
                <a:sym typeface="JetBrains Mono"/>
              </a:rPr>
              <a:t>TODO，</a:t>
            </a:r>
            <a:r>
              <a:rPr lang="zh-CN" altLang="en-US" dirty="0">
                <a:solidFill>
                  <a:srgbClr val="497BB7"/>
                </a:solidFill>
                <a:latin typeface="JetBrains Mono"/>
                <a:ea typeface="JetBrains Mono"/>
                <a:cs typeface="JetBrains Mono"/>
                <a:sym typeface="JetBrains Mono"/>
              </a:rPr>
              <a:t>然后由底向上逐步将 </a:t>
            </a:r>
            <a:r>
              <a:rPr lang="en-US" dirty="0">
                <a:solidFill>
                  <a:srgbClr val="497BB7"/>
                </a:solidFill>
                <a:latin typeface="JetBrains Mono"/>
                <a:ea typeface="JetBrains Mono"/>
                <a:cs typeface="JetBrains Mono"/>
                <a:sym typeface="JetBrains Mono"/>
              </a:rPr>
              <a:t>TODO </a:t>
            </a:r>
            <a:r>
              <a:rPr lang="zh-CN" altLang="en-US" dirty="0">
                <a:solidFill>
                  <a:srgbClr val="497BB7"/>
                </a:solidFill>
                <a:latin typeface="JetBrains Mono"/>
                <a:ea typeface="JetBrains Mono"/>
                <a:cs typeface="JetBrains Mono"/>
                <a:sym typeface="JetBrains Mono"/>
              </a:rPr>
              <a:t>替换为实际实现，可以更轻松地完成增量开发。</a:t>
            </a:r>
          </a:p>
          <a:p>
            <a:pPr marL="0" lvl="0" indent="0" algn="l" rtl="0">
              <a:lnSpc>
                <a:spcPct val="150000"/>
              </a:lnSpc>
              <a:spcBef>
                <a:spcPts val="0"/>
              </a:spcBef>
              <a:spcAft>
                <a:spcPts val="0"/>
              </a:spcAft>
              <a:buClr>
                <a:schemeClr val="dk1"/>
              </a:buClr>
              <a:buSzPts val="1100"/>
              <a:buFont typeface="Arial"/>
              <a:buNone/>
            </a:pPr>
            <a:endParaRPr lang="zh-CN" altLang="en-US" dirty="0">
              <a:solidFill>
                <a:srgbClr val="497BB7"/>
              </a:solidFill>
              <a:latin typeface="JetBrains Mono"/>
              <a:ea typeface="JetBrains Mono"/>
              <a:cs typeface="JetBrains Mono"/>
              <a:sym typeface="JetBrains Mono"/>
            </a:endParaRPr>
          </a:p>
          <a:p>
            <a:pPr marL="0" lvl="0" indent="0" algn="l" rtl="0">
              <a:lnSpc>
                <a:spcPct val="150000"/>
              </a:lnSpc>
              <a:spcBef>
                <a:spcPts val="0"/>
              </a:spcBef>
              <a:spcAft>
                <a:spcPts val="0"/>
              </a:spcAft>
              <a:buClr>
                <a:schemeClr val="dk1"/>
              </a:buClr>
              <a:buSzPts val="1100"/>
              <a:buFont typeface="Arial"/>
              <a:buNone/>
            </a:pPr>
            <a:r>
              <a:rPr lang="zh-CN" altLang="en-US" dirty="0">
                <a:solidFill>
                  <a:srgbClr val="497BB7"/>
                </a:solidFill>
                <a:latin typeface="JetBrains Mono"/>
                <a:ea typeface="JetBrains Mono"/>
                <a:cs typeface="JetBrains Mono"/>
                <a:sym typeface="JetBrains Mono"/>
              </a:rPr>
              <a:t>由于 </a:t>
            </a:r>
            <a:r>
              <a:rPr lang="en-US" dirty="0">
                <a:solidFill>
                  <a:srgbClr val="497BB7"/>
                </a:solidFill>
                <a:latin typeface="JetBrains Mono"/>
                <a:ea typeface="JetBrains Mono"/>
                <a:cs typeface="JetBrains Mono"/>
                <a:sym typeface="JetBrains Mono"/>
              </a:rPr>
              <a:t>TODO </a:t>
            </a:r>
            <a:r>
              <a:rPr lang="zh-CN" altLang="en-US" dirty="0">
                <a:solidFill>
                  <a:srgbClr val="497BB7"/>
                </a:solidFill>
                <a:latin typeface="JetBrains Mono"/>
                <a:ea typeface="JetBrains Mono"/>
                <a:cs typeface="JetBrains Mono"/>
                <a:sym typeface="JetBrains Mono"/>
              </a:rPr>
              <a:t>的实现方式，它允许存根代码通过编译。此外，所有 </a:t>
            </a:r>
            <a:r>
              <a:rPr lang="en-US" dirty="0">
                <a:solidFill>
                  <a:srgbClr val="497BB7"/>
                </a:solidFill>
                <a:latin typeface="JetBrains Mono"/>
                <a:ea typeface="JetBrains Mono"/>
                <a:cs typeface="JetBrains Mono"/>
                <a:sym typeface="JetBrains Mono"/>
              </a:rPr>
              <a:t>TODO </a:t>
            </a:r>
            <a:r>
              <a:rPr lang="zh-CN" altLang="en-US" dirty="0">
                <a:solidFill>
                  <a:srgbClr val="497BB7"/>
                </a:solidFill>
                <a:latin typeface="JetBrains Mono"/>
                <a:ea typeface="JetBrains Mono"/>
                <a:cs typeface="JetBrains Mono"/>
                <a:sym typeface="JetBrains Mono"/>
              </a:rPr>
              <a:t>的使用都会被添加到 </a:t>
            </a:r>
            <a:r>
              <a:rPr lang="en-US" dirty="0">
                <a:solidFill>
                  <a:srgbClr val="497BB7"/>
                </a:solidFill>
                <a:latin typeface="JetBrains Mono"/>
                <a:ea typeface="JetBrains Mono"/>
                <a:cs typeface="JetBrains Mono"/>
                <a:sym typeface="JetBrains Mono"/>
              </a:rPr>
              <a:t>IntelliJ IDEA </a:t>
            </a:r>
            <a:r>
              <a:rPr lang="zh-CN" altLang="en-US" dirty="0">
                <a:solidFill>
                  <a:srgbClr val="497BB7"/>
                </a:solidFill>
                <a:latin typeface="JetBrains Mono"/>
                <a:ea typeface="JetBrains Mono"/>
                <a:cs typeface="JetBrains Mono"/>
                <a:sym typeface="JetBrains Mono"/>
              </a:rPr>
              <a:t>的 </a:t>
            </a:r>
            <a:r>
              <a:rPr lang="en-US" dirty="0">
                <a:solidFill>
                  <a:srgbClr val="497BB7"/>
                </a:solidFill>
                <a:latin typeface="JetBrains Mono"/>
                <a:ea typeface="JetBrains Mono"/>
                <a:cs typeface="JetBrains Mono"/>
                <a:sym typeface="JetBrains Mono"/>
              </a:rPr>
              <a:t>TODO/FIXME </a:t>
            </a:r>
            <a:r>
              <a:rPr lang="zh-CN" altLang="en-US" dirty="0">
                <a:solidFill>
                  <a:srgbClr val="497BB7"/>
                </a:solidFill>
                <a:latin typeface="JetBrains Mono"/>
                <a:ea typeface="JetBrains Mono"/>
                <a:cs typeface="JetBrains Mono"/>
                <a:sym typeface="JetBrains Mono"/>
              </a:rPr>
              <a:t>等列表中，因此你可以瞬间找到所有需要实现的内容，并确保万无一失。</a:t>
            </a:r>
          </a:p>
          <a:p>
            <a:pPr marL="0" lvl="0" indent="0" algn="l" rtl="0">
              <a:lnSpc>
                <a:spcPct val="150000"/>
              </a:lnSpc>
              <a:spcBef>
                <a:spcPts val="0"/>
              </a:spcBef>
              <a:spcAft>
                <a:spcPts val="0"/>
              </a:spcAft>
              <a:buClr>
                <a:schemeClr val="dk1"/>
              </a:buClr>
              <a:buSzPts val="1100"/>
              <a:buFont typeface="Arial"/>
              <a:buNone/>
            </a:pPr>
            <a:endParaRPr lang="zh-CN" altLang="en-US" dirty="0">
              <a:solidFill>
                <a:srgbClr val="497BB7"/>
              </a:solidFill>
              <a:latin typeface="JetBrains Mono"/>
              <a:ea typeface="JetBrains Mono"/>
              <a:cs typeface="JetBrains Mono"/>
              <a:sym typeface="JetBrains Mono"/>
            </a:endParaRPr>
          </a:p>
          <a:p>
            <a:pPr marL="0" lvl="0" indent="0" algn="l" rtl="0">
              <a:lnSpc>
                <a:spcPct val="150000"/>
              </a:lnSpc>
              <a:spcBef>
                <a:spcPts val="0"/>
              </a:spcBef>
              <a:spcAft>
                <a:spcPts val="0"/>
              </a:spcAft>
              <a:buClr>
                <a:schemeClr val="dk1"/>
              </a:buClr>
              <a:buSzPts val="1100"/>
              <a:buFont typeface="Arial"/>
              <a:buNone/>
            </a:pPr>
            <a:r>
              <a:rPr lang="zh-CN" altLang="en-US" dirty="0">
                <a:solidFill>
                  <a:srgbClr val="497BB7"/>
                </a:solidFill>
                <a:latin typeface="JetBrains Mono"/>
                <a:ea typeface="JetBrains Mono"/>
                <a:cs typeface="JetBrains Mono"/>
                <a:sym typeface="JetBrains Mono"/>
              </a:rPr>
              <a:t>此外，</a:t>
            </a:r>
            <a:r>
              <a:rPr lang="en-US" dirty="0" err="1">
                <a:solidFill>
                  <a:srgbClr val="497BB7"/>
                </a:solidFill>
                <a:latin typeface="JetBrains Mono"/>
                <a:ea typeface="JetBrains Mono"/>
                <a:cs typeface="JetBrains Mono"/>
                <a:sym typeface="JetBrains Mono"/>
              </a:rPr>
              <a:t>error、require、requireNotNull、check</a:t>
            </a:r>
            <a:r>
              <a:rPr lang="en-US" dirty="0">
                <a:solidFill>
                  <a:srgbClr val="497BB7"/>
                </a:solidFill>
                <a:latin typeface="JetBrains Mono"/>
                <a:ea typeface="JetBrains Mono"/>
                <a:cs typeface="JetBrains Mono"/>
                <a:sym typeface="JetBrains Mono"/>
              </a:rPr>
              <a:t> </a:t>
            </a:r>
            <a:r>
              <a:rPr lang="zh-CN" altLang="en-US" dirty="0">
                <a:solidFill>
                  <a:srgbClr val="497BB7"/>
                </a:solidFill>
                <a:latin typeface="JetBrains Mono"/>
                <a:ea typeface="JetBrains Mono"/>
                <a:cs typeface="JetBrains Mono"/>
                <a:sym typeface="JetBrains Mono"/>
              </a:rPr>
              <a:t>和 </a:t>
            </a:r>
            <a:r>
              <a:rPr lang="en-US" dirty="0" err="1">
                <a:solidFill>
                  <a:srgbClr val="497BB7"/>
                </a:solidFill>
                <a:latin typeface="JetBrains Mono"/>
                <a:ea typeface="JetBrains Mono"/>
                <a:cs typeface="JetBrains Mono"/>
                <a:sym typeface="JetBrains Mono"/>
              </a:rPr>
              <a:t>checkNotNull</a:t>
            </a:r>
            <a:r>
              <a:rPr lang="en-US" dirty="0">
                <a:solidFill>
                  <a:srgbClr val="497BB7"/>
                </a:solidFill>
                <a:latin typeface="JetBrains Mono"/>
                <a:ea typeface="JetBrains Mono"/>
                <a:cs typeface="JetBrains Mono"/>
                <a:sym typeface="JetBrains Mono"/>
              </a:rPr>
              <a:t> </a:t>
            </a:r>
            <a:r>
              <a:rPr lang="zh-CN" altLang="en-US" dirty="0">
                <a:solidFill>
                  <a:srgbClr val="497BB7"/>
                </a:solidFill>
                <a:latin typeface="JetBrains Mono"/>
                <a:ea typeface="JetBrains Mono"/>
                <a:cs typeface="JetBrains Mono"/>
                <a:sym typeface="JetBrains Mono"/>
              </a:rPr>
              <a:t>是（在特定断言下）非常实用的便捷抛出异常的方式。</a:t>
            </a:r>
          </a:p>
          <a:p>
            <a:pPr marL="0" lvl="0" indent="0" algn="l" rtl="0">
              <a:lnSpc>
                <a:spcPct val="150000"/>
              </a:lnSpc>
              <a:spcBef>
                <a:spcPts val="0"/>
              </a:spcBef>
              <a:spcAft>
                <a:spcPts val="0"/>
              </a:spcAft>
              <a:buClr>
                <a:schemeClr val="dk1"/>
              </a:buClr>
              <a:buSzPts val="1100"/>
              <a:buFont typeface="Arial"/>
              <a:buNone/>
            </a:pPr>
            <a:endParaRPr lang="zh-CN" altLang="en-US" dirty="0">
              <a:solidFill>
                <a:srgbClr val="497BB7"/>
              </a:solidFill>
              <a:latin typeface="JetBrains Mono"/>
              <a:ea typeface="JetBrains Mono"/>
              <a:cs typeface="JetBrains Mono"/>
              <a:sym typeface="JetBrains Mono"/>
            </a:endParaRPr>
          </a:p>
          <a:p>
            <a:pPr marL="0" lvl="0" indent="0" algn="l" rtl="0">
              <a:lnSpc>
                <a:spcPct val="150000"/>
              </a:lnSpc>
              <a:spcBef>
                <a:spcPts val="0"/>
              </a:spcBef>
              <a:spcAft>
                <a:spcPts val="0"/>
              </a:spcAft>
              <a:buClr>
                <a:schemeClr val="dk1"/>
              </a:buClr>
              <a:buSzPts val="1100"/>
              <a:buFont typeface="Arial"/>
              <a:buNone/>
            </a:pPr>
            <a:r>
              <a:rPr lang="en-US" dirty="0">
                <a:solidFill>
                  <a:srgbClr val="497BB7"/>
                </a:solidFill>
                <a:latin typeface="JetBrains Mono"/>
                <a:ea typeface="JetBrains Mono"/>
                <a:cs typeface="JetBrains Mono"/>
                <a:sym typeface="JetBrains Mono"/>
              </a:rPr>
              <a:t>error("&lt;</a:t>
            </a:r>
            <a:r>
              <a:rPr lang="en-US" altLang="zh-CN" dirty="0"/>
              <a:t>error description</a:t>
            </a:r>
            <a:r>
              <a:rPr lang="en-US" altLang="zh-CN" dirty="0">
                <a:solidFill>
                  <a:srgbClr val="497BB7"/>
                </a:solidFill>
                <a:latin typeface="JetBrains Mono"/>
                <a:ea typeface="JetBrains Mono"/>
                <a:cs typeface="JetBrains Mono"/>
                <a:sym typeface="JetBrains Mono"/>
              </a:rPr>
              <a:t>&gt;") </a:t>
            </a:r>
            <a:r>
              <a:rPr lang="zh-CN" altLang="en-US" dirty="0">
                <a:solidFill>
                  <a:srgbClr val="497BB7"/>
                </a:solidFill>
                <a:latin typeface="JetBrains Mono"/>
                <a:ea typeface="JetBrains Mono"/>
                <a:cs typeface="JetBrains Mono"/>
                <a:sym typeface="JetBrains Mono"/>
              </a:rPr>
              <a:t>是 </a:t>
            </a:r>
            <a:r>
              <a:rPr lang="en-US" dirty="0">
                <a:solidFill>
                  <a:srgbClr val="497BB7"/>
                </a:solidFill>
                <a:latin typeface="JetBrains Mono"/>
                <a:ea typeface="JetBrains Mono"/>
                <a:cs typeface="JetBrains Mono"/>
                <a:sym typeface="JetBrains Mono"/>
              </a:rPr>
              <a:t>throw </a:t>
            </a:r>
            <a:r>
              <a:rPr lang="en-US" dirty="0" err="1">
                <a:solidFill>
                  <a:srgbClr val="497BB7"/>
                </a:solidFill>
                <a:latin typeface="JetBrains Mono"/>
                <a:ea typeface="JetBrains Mono"/>
                <a:cs typeface="JetBrains Mono"/>
                <a:sym typeface="JetBrains Mono"/>
              </a:rPr>
              <a:t>IllegalStateException</a:t>
            </a:r>
            <a:r>
              <a:rPr lang="en-US" dirty="0">
                <a:solidFill>
                  <a:srgbClr val="497BB7"/>
                </a:solidFill>
                <a:latin typeface="JetBrains Mono"/>
                <a:ea typeface="JetBrains Mono"/>
                <a:cs typeface="JetBrains Mono"/>
                <a:sym typeface="JetBrains Mono"/>
              </a:rPr>
              <a:t>("&lt;</a:t>
            </a:r>
            <a:r>
              <a:rPr lang="en-US" altLang="zh-CN" dirty="0"/>
              <a:t>error description</a:t>
            </a:r>
            <a:r>
              <a:rPr lang="en-US" altLang="zh-CN" dirty="0">
                <a:solidFill>
                  <a:srgbClr val="497BB7"/>
                </a:solidFill>
                <a:latin typeface="JetBrains Mono"/>
                <a:ea typeface="JetBrains Mono"/>
                <a:cs typeface="JetBrains Mono"/>
                <a:sym typeface="JetBrains Mono"/>
              </a:rPr>
              <a:t>&gt;") </a:t>
            </a:r>
            <a:r>
              <a:rPr lang="zh-CN" altLang="en-US" dirty="0">
                <a:solidFill>
                  <a:srgbClr val="497BB7"/>
                </a:solidFill>
                <a:latin typeface="JetBrains Mono"/>
                <a:ea typeface="JetBrains Mono"/>
                <a:cs typeface="JetBrains Mono"/>
                <a:sym typeface="JetBrains Mono"/>
              </a:rPr>
              <a:t>的简写，用于当事情未按计划进行且你需要为此抛出异常时。</a:t>
            </a:r>
          </a:p>
          <a:p>
            <a:pPr marL="0" lvl="0" indent="0" algn="l" rtl="0">
              <a:lnSpc>
                <a:spcPct val="150000"/>
              </a:lnSpc>
              <a:spcBef>
                <a:spcPts val="0"/>
              </a:spcBef>
              <a:spcAft>
                <a:spcPts val="0"/>
              </a:spcAft>
              <a:buClr>
                <a:schemeClr val="dk1"/>
              </a:buClr>
              <a:buSzPts val="1100"/>
              <a:buFont typeface="Arial"/>
              <a:buNone/>
            </a:pPr>
            <a:endParaRPr lang="zh-CN" altLang="en-US" dirty="0">
              <a:solidFill>
                <a:srgbClr val="497BB7"/>
              </a:solidFill>
              <a:latin typeface="JetBrains Mono"/>
              <a:ea typeface="JetBrains Mono"/>
              <a:cs typeface="JetBrains Mono"/>
              <a:sym typeface="JetBrains Mono"/>
            </a:endParaRPr>
          </a:p>
          <a:p>
            <a:pPr marL="0" lvl="0" indent="0" algn="l" rtl="0">
              <a:lnSpc>
                <a:spcPct val="150000"/>
              </a:lnSpc>
              <a:spcBef>
                <a:spcPts val="0"/>
              </a:spcBef>
              <a:spcAft>
                <a:spcPts val="0"/>
              </a:spcAft>
              <a:buClr>
                <a:schemeClr val="dk1"/>
              </a:buClr>
              <a:buSzPts val="1100"/>
              <a:buFont typeface="Arial"/>
              <a:buNone/>
            </a:pPr>
            <a:r>
              <a:rPr lang="en-US" dirty="0">
                <a:solidFill>
                  <a:srgbClr val="497BB7"/>
                </a:solidFill>
                <a:latin typeface="JetBrains Mono"/>
                <a:ea typeface="JetBrains Mono"/>
                <a:cs typeface="JetBrains Mono"/>
                <a:sym typeface="JetBrains Mono"/>
              </a:rPr>
              <a:t>check(predicate) { "&lt;</a:t>
            </a:r>
            <a:r>
              <a:rPr lang="en-US" altLang="zh-CN" dirty="0"/>
              <a:t>error description</a:t>
            </a:r>
            <a:r>
              <a:rPr lang="en-US" altLang="zh-CN" dirty="0">
                <a:solidFill>
                  <a:srgbClr val="497BB7"/>
                </a:solidFill>
                <a:latin typeface="JetBrains Mono"/>
                <a:ea typeface="JetBrains Mono"/>
                <a:cs typeface="JetBrains Mono"/>
                <a:sym typeface="JetBrains Mono"/>
              </a:rPr>
              <a:t>&gt;" } </a:t>
            </a:r>
            <a:r>
              <a:rPr lang="zh-CN" altLang="en-US" dirty="0">
                <a:solidFill>
                  <a:srgbClr val="497BB7"/>
                </a:solidFill>
                <a:latin typeface="JetBrains Mono"/>
                <a:ea typeface="JetBrains Mono"/>
                <a:cs typeface="JetBrains Mono"/>
                <a:sym typeface="JetBrains Mono"/>
              </a:rPr>
              <a:t>是 </a:t>
            </a:r>
            <a:r>
              <a:rPr lang="en-US" dirty="0">
                <a:solidFill>
                  <a:srgbClr val="497BB7"/>
                </a:solidFill>
                <a:latin typeface="JetBrains Mono"/>
                <a:ea typeface="JetBrains Mono"/>
                <a:cs typeface="JetBrains Mono"/>
                <a:sym typeface="JetBrains Mono"/>
              </a:rPr>
              <a:t>if (!predicate) throw </a:t>
            </a:r>
            <a:r>
              <a:rPr lang="en-US" dirty="0" err="1">
                <a:solidFill>
                  <a:srgbClr val="497BB7"/>
                </a:solidFill>
                <a:latin typeface="JetBrains Mono"/>
                <a:ea typeface="JetBrains Mono"/>
                <a:cs typeface="JetBrains Mono"/>
                <a:sym typeface="JetBrains Mono"/>
              </a:rPr>
              <a:t>IllegalStateException</a:t>
            </a:r>
            <a:r>
              <a:rPr lang="en-US" dirty="0">
                <a:solidFill>
                  <a:srgbClr val="497BB7"/>
                </a:solidFill>
                <a:latin typeface="JetBrains Mono"/>
                <a:ea typeface="JetBrains Mono"/>
                <a:cs typeface="JetBrains Mono"/>
                <a:sym typeface="JetBrains Mono"/>
              </a:rPr>
              <a:t>("&lt;</a:t>
            </a:r>
            <a:r>
              <a:rPr lang="en-US" altLang="zh-CN" dirty="0"/>
              <a:t>error description</a:t>
            </a:r>
            <a:r>
              <a:rPr lang="en-US" altLang="zh-CN" dirty="0">
                <a:solidFill>
                  <a:srgbClr val="497BB7"/>
                </a:solidFill>
                <a:latin typeface="JetBrains Mono"/>
                <a:ea typeface="JetBrains Mono"/>
                <a:cs typeface="JetBrains Mono"/>
                <a:sym typeface="JetBrains Mono"/>
              </a:rPr>
              <a:t>&gt;") </a:t>
            </a:r>
            <a:r>
              <a:rPr lang="zh-CN" altLang="en-US" dirty="0">
                <a:solidFill>
                  <a:srgbClr val="497BB7"/>
                </a:solidFill>
                <a:latin typeface="JetBrains Mono"/>
                <a:ea typeface="JetBrains Mono"/>
                <a:cs typeface="JetBrains Mono"/>
                <a:sym typeface="JetBrains Mono"/>
              </a:rPr>
              <a:t>的简写，其用法与 </a:t>
            </a:r>
            <a:r>
              <a:rPr lang="en-US" dirty="0">
                <a:solidFill>
                  <a:srgbClr val="497BB7"/>
                </a:solidFill>
                <a:latin typeface="JetBrains Mono"/>
                <a:ea typeface="JetBrains Mono"/>
                <a:cs typeface="JetBrains Mono"/>
                <a:sym typeface="JetBrains Mono"/>
              </a:rPr>
              <a:t>error </a:t>
            </a:r>
            <a:r>
              <a:rPr lang="zh-CN" altLang="en-US" dirty="0">
                <a:solidFill>
                  <a:srgbClr val="497BB7"/>
                </a:solidFill>
                <a:latin typeface="JetBrains Mono"/>
                <a:ea typeface="JetBrains Mono"/>
                <a:cs typeface="JetBrains Mono"/>
                <a:sym typeface="JetBrains Mono"/>
              </a:rPr>
              <a:t>相同，但会为你检查断言</a:t>
            </a:r>
            <a:r>
              <a:rPr lang="en-US" dirty="0">
                <a:solidFill>
                  <a:srgbClr val="497BB7"/>
                </a:solidFill>
                <a:latin typeface="JetBrains Mono"/>
                <a:ea typeface="JetBrains Mono"/>
                <a:cs typeface="JetBrains Mono"/>
                <a:sym typeface="JetBrains Mono"/>
              </a:rPr>
              <a:t>。</a:t>
            </a:r>
          </a:p>
          <a:p>
            <a:pPr marL="0" lvl="0" indent="0" algn="l" rtl="0">
              <a:lnSpc>
                <a:spcPct val="150000"/>
              </a:lnSpc>
              <a:spcBef>
                <a:spcPts val="0"/>
              </a:spcBef>
              <a:spcAft>
                <a:spcPts val="0"/>
              </a:spcAft>
              <a:buClr>
                <a:schemeClr val="dk1"/>
              </a:buClr>
              <a:buSzPts val="1100"/>
              <a:buFont typeface="Arial"/>
              <a:buNone/>
            </a:pPr>
            <a:endParaRPr lang="en-US" dirty="0">
              <a:solidFill>
                <a:srgbClr val="497BB7"/>
              </a:solidFill>
              <a:latin typeface="JetBrains Mono"/>
              <a:ea typeface="JetBrains Mono"/>
              <a:cs typeface="JetBrains Mono"/>
              <a:sym typeface="JetBrains Mono"/>
            </a:endParaRPr>
          </a:p>
          <a:p>
            <a:pPr marL="0" lvl="0" indent="0" algn="l" rtl="0">
              <a:lnSpc>
                <a:spcPct val="150000"/>
              </a:lnSpc>
              <a:spcBef>
                <a:spcPts val="0"/>
              </a:spcBef>
              <a:spcAft>
                <a:spcPts val="0"/>
              </a:spcAft>
              <a:buClr>
                <a:schemeClr val="dk1"/>
              </a:buClr>
              <a:buSzPts val="1100"/>
              <a:buFont typeface="Arial"/>
              <a:buNone/>
            </a:pPr>
            <a:r>
              <a:rPr lang="en-US" dirty="0">
                <a:solidFill>
                  <a:srgbClr val="497BB7"/>
                </a:solidFill>
                <a:latin typeface="JetBrains Mono"/>
                <a:ea typeface="JetBrains Mono"/>
                <a:cs typeface="JetBrains Mono"/>
                <a:sym typeface="JetBrains Mono"/>
              </a:rPr>
              <a:t>require </a:t>
            </a:r>
            <a:r>
              <a:rPr lang="zh-CN" altLang="en-US" dirty="0">
                <a:solidFill>
                  <a:srgbClr val="497BB7"/>
                </a:solidFill>
                <a:latin typeface="JetBrains Mono"/>
                <a:ea typeface="JetBrains Mono"/>
                <a:cs typeface="JetBrains Mono"/>
                <a:sym typeface="JetBrains Mono"/>
              </a:rPr>
              <a:t>是 </a:t>
            </a:r>
            <a:r>
              <a:rPr lang="en-US" dirty="0">
                <a:solidFill>
                  <a:srgbClr val="497BB7"/>
                </a:solidFill>
                <a:latin typeface="JetBrains Mono"/>
                <a:ea typeface="JetBrains Mono"/>
                <a:cs typeface="JetBrains Mono"/>
                <a:sym typeface="JetBrains Mono"/>
              </a:rPr>
              <a:t>if (!predicate) throw </a:t>
            </a:r>
            <a:r>
              <a:rPr lang="en-US" dirty="0" err="1">
                <a:solidFill>
                  <a:srgbClr val="497BB7"/>
                </a:solidFill>
                <a:latin typeface="JetBrains Mono"/>
                <a:ea typeface="JetBrains Mono"/>
                <a:cs typeface="JetBrains Mono"/>
                <a:sym typeface="JetBrains Mono"/>
              </a:rPr>
              <a:t>IllegalArgumentException</a:t>
            </a:r>
            <a:r>
              <a:rPr lang="en-US" dirty="0">
                <a:solidFill>
                  <a:srgbClr val="497BB7"/>
                </a:solidFill>
                <a:latin typeface="JetBrains Mono"/>
                <a:ea typeface="JetBrains Mono"/>
                <a:cs typeface="JetBrains Mono"/>
                <a:sym typeface="JetBrains Mono"/>
              </a:rPr>
              <a:t>("&lt;</a:t>
            </a:r>
            <a:r>
              <a:rPr lang="en-US" altLang="zh-CN" dirty="0"/>
              <a:t>error description</a:t>
            </a:r>
            <a:r>
              <a:rPr lang="en-US" altLang="zh-CN" dirty="0">
                <a:solidFill>
                  <a:srgbClr val="497BB7"/>
                </a:solidFill>
                <a:latin typeface="JetBrains Mono"/>
                <a:ea typeface="JetBrains Mono"/>
                <a:cs typeface="JetBrains Mono"/>
                <a:sym typeface="JetBrains Mono"/>
              </a:rPr>
              <a:t>&gt;") </a:t>
            </a:r>
            <a:r>
              <a:rPr lang="zh-CN" altLang="en-US" dirty="0">
                <a:solidFill>
                  <a:srgbClr val="497BB7"/>
                </a:solidFill>
                <a:latin typeface="JetBrains Mono"/>
                <a:ea typeface="JetBrains Mono"/>
                <a:cs typeface="JetBrains Mono"/>
                <a:sym typeface="JetBrains Mono"/>
              </a:rPr>
              <a:t>的简写，用法与 </a:t>
            </a:r>
            <a:r>
              <a:rPr lang="en-US" dirty="0">
                <a:solidFill>
                  <a:srgbClr val="497BB7"/>
                </a:solidFill>
                <a:latin typeface="JetBrains Mono"/>
                <a:ea typeface="JetBrains Mono"/>
                <a:cs typeface="JetBrains Mono"/>
                <a:sym typeface="JetBrains Mono"/>
              </a:rPr>
              <a:t>check </a:t>
            </a:r>
            <a:r>
              <a:rPr lang="zh-CN" altLang="en-US" dirty="0">
                <a:solidFill>
                  <a:srgbClr val="497BB7"/>
                </a:solidFill>
                <a:latin typeface="JetBrains Mono"/>
                <a:ea typeface="JetBrains Mono"/>
                <a:cs typeface="JetBrains Mono"/>
                <a:sym typeface="JetBrains Mono"/>
              </a:rPr>
              <a:t>相同，但用于函数输入不正确（格式错误）且你需要抛出与之相关的异常时。</a:t>
            </a:r>
            <a:endParaRPr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lnSpc>
                <a:spcPct val="150000"/>
              </a:lnSpc>
              <a:spcBef>
                <a:spcPts val="0"/>
              </a:spcBef>
              <a:spcAft>
                <a:spcPts val="0"/>
              </a:spcAft>
              <a:buSzPts val="1100"/>
              <a:buNone/>
            </a:pPr>
            <a:endParaRPr dirty="0">
              <a:solidFill>
                <a:srgbClr val="333333"/>
              </a:solidFill>
              <a:latin typeface="HONOR Sans CN" panose="02000500000000000000" pitchFamily="2" charset="-122"/>
              <a:ea typeface="HONOR Sans CN" panose="02000500000000000000" pitchFamily="2" charset="-122"/>
              <a:cs typeface="Open Sans"/>
              <a:sym typeface="Open Sans"/>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6" name="Google Shape;186;p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0"/>
              </a:spcAft>
              <a:buSzPts val="1100"/>
              <a:buNone/>
            </a:pPr>
            <a:r>
              <a:rPr lang="en" dirty="0">
                <a:solidFill>
                  <a:schemeClr val="dk1"/>
                </a:solidFill>
                <a:latin typeface="HONOR Sans CN" panose="02000500000000000000" pitchFamily="2" charset="-122"/>
                <a:ea typeface="HONOR Sans CN" panose="02000500000000000000" pitchFamily="2" charset="-122"/>
                <a:cs typeface="Open Sans"/>
                <a:sym typeface="Open Sans"/>
              </a:rPr>
              <a:t>See the docs for more on string templates </a:t>
            </a:r>
            <a:r>
              <a:rPr lang="en" u="sng" dirty="0">
                <a:solidFill>
                  <a:srgbClr val="2200CC"/>
                </a:solidFill>
                <a:latin typeface="HONOR Sans CN" panose="02000500000000000000" pitchFamily="2" charset="-122"/>
                <a:ea typeface="HONOR Sans CN" panose="02000500000000000000" pitchFamily="2" charset="-122"/>
                <a:cs typeface="Open Sans"/>
                <a:sym typeface="Open Sans"/>
                <a:hlinkClick r:id="rId3">
                  <a:extLst>
                    <a:ext uri="{A12FA001-AC4F-418D-AE19-62706E023703}">
                      <ahyp:hlinkClr xmlns:ahyp="http://schemas.microsoft.com/office/drawing/2018/hyperlinkcolor" val="tx"/>
                    </a:ext>
                  </a:extLst>
                </a:hlinkClick>
              </a:rPr>
              <a:t>here</a:t>
            </a:r>
            <a:r>
              <a:rPr lang="en" dirty="0">
                <a:solidFill>
                  <a:schemeClr val="dk1"/>
                </a:solidFill>
                <a:latin typeface="HONOR Sans CN" panose="02000500000000000000" pitchFamily="2" charset="-122"/>
                <a:ea typeface="HONOR Sans CN" panose="02000500000000000000" pitchFamily="2" charset="-122"/>
                <a:cs typeface="Open Sans"/>
                <a:sym typeface="Open Sans"/>
              </a:rPr>
              <a:t> and </a:t>
            </a:r>
            <a:r>
              <a:rPr lang="en" u="sng" dirty="0">
                <a:solidFill>
                  <a:srgbClr val="2200CC"/>
                </a:solidFill>
                <a:latin typeface="HONOR Sans CN" panose="02000500000000000000" pitchFamily="2" charset="-122"/>
                <a:ea typeface="HONOR Sans CN" panose="02000500000000000000" pitchFamily="2" charset="-122"/>
                <a:cs typeface="Open Sans"/>
                <a:sym typeface="Open Sans"/>
                <a:hlinkClick r:id="rId4">
                  <a:extLst>
                    <a:ext uri="{A12FA001-AC4F-418D-AE19-62706E023703}">
                      <ahyp:hlinkClr xmlns:ahyp="http://schemas.microsoft.com/office/drawing/2018/hyperlinkcolor" val="tx"/>
                    </a:ext>
                  </a:extLst>
                </a:hlinkClick>
              </a:rPr>
              <a:t>here</a:t>
            </a:r>
            <a:r>
              <a:rPr lang="en" dirty="0">
                <a:solidFill>
                  <a:schemeClr val="dk1"/>
                </a:solidFill>
                <a:latin typeface="HONOR Sans CN" panose="02000500000000000000" pitchFamily="2" charset="-122"/>
                <a:ea typeface="HONOR Sans CN" panose="02000500000000000000" pitchFamily="2" charset="-122"/>
                <a:cs typeface="Open Sans"/>
                <a:sym typeface="Open Sans"/>
              </a:rPr>
              <a:t>.</a:t>
            </a:r>
            <a:br>
              <a:rPr lang="en" dirty="0">
                <a:solidFill>
                  <a:schemeClr val="dk1"/>
                </a:solidFill>
                <a:latin typeface="HONOR Sans CN" panose="02000500000000000000" pitchFamily="2" charset="-122"/>
                <a:ea typeface="HONOR Sans CN" panose="02000500000000000000" pitchFamily="2" charset="-122"/>
                <a:cs typeface="Open Sans"/>
                <a:sym typeface="Open Sans"/>
              </a:rPr>
            </a:br>
            <a:br>
              <a:rPr lang="en" dirty="0">
                <a:solidFill>
                  <a:schemeClr val="dk1"/>
                </a:solidFill>
                <a:latin typeface="HONOR Sans CN" panose="02000500000000000000" pitchFamily="2" charset="-122"/>
                <a:ea typeface="HONOR Sans CN" panose="02000500000000000000" pitchFamily="2" charset="-122"/>
                <a:cs typeface="Open Sans"/>
                <a:sym typeface="Open Sans"/>
              </a:rPr>
            </a:b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最后一个示例值得了解并理解，但在实际开发中，最好使用 </a:t>
            </a:r>
            <a:r>
              <a:rPr lang="en-US" altLang="zh-CN" dirty="0" err="1">
                <a:solidFill>
                  <a:schemeClr val="dk1"/>
                </a:solidFill>
                <a:latin typeface="HONOR Sans CN" panose="02000500000000000000" pitchFamily="2" charset="-122"/>
                <a:ea typeface="HONOR Sans CN" panose="02000500000000000000" pitchFamily="2" charset="-122"/>
                <a:cs typeface="Open Sans"/>
                <a:sym typeface="Open Sans"/>
              </a:rPr>
              <a:t>buildString</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。例如，最后一个示例可以用更符合惯例的方式编写如下：</a:t>
            </a:r>
            <a:endParaRPr lang="en-US" altLang="zh-CN"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lnSpc>
                <a:spcPct val="150000"/>
              </a:lnSpc>
              <a:spcBef>
                <a:spcPts val="0"/>
              </a:spcBef>
              <a:spcAft>
                <a:spcPts val="0"/>
              </a:spcAft>
              <a:buSzPts val="1100"/>
              <a:buNone/>
            </a:pPr>
            <a:endParaRPr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lnSpc>
                <a:spcPct val="150000"/>
              </a:lnSpc>
              <a:spcBef>
                <a:spcPts val="0"/>
              </a:spcBef>
              <a:spcAft>
                <a:spcPts val="0"/>
              </a:spcAft>
              <a:buClr>
                <a:schemeClr val="dk1"/>
              </a:buClr>
              <a:buSzPts val="1100"/>
              <a:buFont typeface="Arial"/>
              <a:buNone/>
            </a:pPr>
            <a:r>
              <a:rPr lang="en" dirty="0">
                <a:solidFill>
                  <a:srgbClr val="3F51B5"/>
                </a:solidFill>
                <a:latin typeface="JetBrains Mono"/>
                <a:ea typeface="JetBrains Mono"/>
                <a:cs typeface="JetBrains Mono"/>
                <a:sym typeface="JetBrains Mono"/>
              </a:rPr>
              <a:t>val</a:t>
            </a:r>
            <a:r>
              <a:rPr lang="en" dirty="0">
                <a:solidFill>
                  <a:srgbClr val="37474F"/>
                </a:solidFill>
                <a:latin typeface="JetBrains Mono"/>
                <a:ea typeface="JetBrains Mono"/>
                <a:cs typeface="JetBrains Mono"/>
                <a:sym typeface="JetBrains Mono"/>
              </a:rPr>
              <a:t> string = </a:t>
            </a:r>
            <a:r>
              <a:rPr lang="en" i="1" dirty="0">
                <a:solidFill>
                  <a:srgbClr val="37474F"/>
                </a:solidFill>
                <a:latin typeface="JetBrains Mono"/>
                <a:ea typeface="JetBrains Mono"/>
                <a:cs typeface="JetBrains Mono"/>
                <a:sym typeface="JetBrains Mono"/>
              </a:rPr>
              <a:t>buildString </a:t>
            </a:r>
            <a:r>
              <a:rPr lang="en" b="1" dirty="0">
                <a:solidFill>
                  <a:srgbClr val="37474F"/>
                </a:solidFill>
                <a:latin typeface="JetBrains Mono"/>
                <a:ea typeface="JetBrains Mono"/>
                <a:cs typeface="JetBrains Mono"/>
                <a:sym typeface="JetBrains Mono"/>
              </a:rPr>
              <a:t>{</a:t>
            </a:r>
            <a:endParaRPr b="1" dirty="0">
              <a:solidFill>
                <a:srgbClr val="37474F"/>
              </a:solidFill>
              <a:latin typeface="JetBrains Mono"/>
              <a:ea typeface="JetBrains Mono"/>
              <a:cs typeface="JetBrains Mono"/>
              <a:sym typeface="JetBrains Mono"/>
            </a:endParaRPr>
          </a:p>
          <a:p>
            <a:pPr marL="0" lvl="0" indent="0" algn="l" rtl="0">
              <a:lnSpc>
                <a:spcPct val="150000"/>
              </a:lnSpc>
              <a:spcBef>
                <a:spcPts val="0"/>
              </a:spcBef>
              <a:spcAft>
                <a:spcPts val="0"/>
              </a:spcAft>
              <a:buClr>
                <a:schemeClr val="dk1"/>
              </a:buClr>
              <a:buSzPts val="1100"/>
              <a:buFont typeface="Arial"/>
              <a:buNone/>
            </a:pPr>
            <a:r>
              <a:rPr lang="en" b="1" dirty="0">
                <a:solidFill>
                  <a:srgbClr val="37474F"/>
                </a:solidFill>
                <a:latin typeface="JetBrains Mono"/>
                <a:ea typeface="JetBrains Mono"/>
                <a:cs typeface="JetBrains Mono"/>
                <a:sym typeface="JetBrains Mono"/>
              </a:rPr>
              <a:t>  </a:t>
            </a:r>
            <a:r>
              <a:rPr lang="en" dirty="0">
                <a:solidFill>
                  <a:srgbClr val="37474F"/>
                </a:solidFill>
                <a:latin typeface="JetBrains Mono"/>
                <a:ea typeface="JetBrains Mono"/>
                <a:cs typeface="JetBrains Mono"/>
                <a:sym typeface="JetBrains Mono"/>
              </a:rPr>
              <a:t>append(</a:t>
            </a:r>
            <a:r>
              <a:rPr lang="en" dirty="0">
                <a:solidFill>
                  <a:srgbClr val="388E3C"/>
                </a:solidFill>
                <a:latin typeface="JetBrains Mono"/>
                <a:ea typeface="JetBrains Mono"/>
                <a:cs typeface="JetBrains Mono"/>
                <a:sym typeface="JetBrains Mono"/>
              </a:rPr>
              <a:t>"Hello"</a:t>
            </a:r>
            <a:r>
              <a:rPr lang="en" dirty="0">
                <a:solidFill>
                  <a:srgbClr val="37474F"/>
                </a:solidFill>
                <a:latin typeface="JetBrains Mono"/>
                <a:ea typeface="JetBrains Mono"/>
                <a:cs typeface="JetBrains Mono"/>
                <a:sym typeface="JetBrains Mono"/>
              </a:rPr>
              <a:t>)</a:t>
            </a:r>
            <a:endParaRPr dirty="0">
              <a:solidFill>
                <a:srgbClr val="37474F"/>
              </a:solidFill>
              <a:latin typeface="JetBrains Mono"/>
              <a:ea typeface="JetBrains Mono"/>
              <a:cs typeface="JetBrains Mono"/>
              <a:sym typeface="JetBrains Mono"/>
            </a:endParaRPr>
          </a:p>
          <a:p>
            <a:pPr marL="0" lvl="0" indent="0" algn="l" rtl="0">
              <a:lnSpc>
                <a:spcPct val="150000"/>
              </a:lnSpc>
              <a:spcBef>
                <a:spcPts val="0"/>
              </a:spcBef>
              <a:spcAft>
                <a:spcPts val="0"/>
              </a:spcAft>
              <a:buClr>
                <a:schemeClr val="dk1"/>
              </a:buClr>
              <a:buSzPts val="1100"/>
              <a:buFont typeface="Arial"/>
              <a:buNone/>
            </a:pPr>
            <a:r>
              <a:rPr lang="en" dirty="0">
                <a:solidFill>
                  <a:srgbClr val="37474F"/>
                </a:solidFill>
                <a:latin typeface="JetBrains Mono"/>
                <a:ea typeface="JetBrains Mono"/>
                <a:cs typeface="JetBrains Mono"/>
                <a:sym typeface="JetBrains Mono"/>
              </a:rPr>
              <a:t>  append(</a:t>
            </a:r>
            <a:r>
              <a:rPr lang="en" dirty="0">
                <a:solidFill>
                  <a:srgbClr val="388E3C"/>
                </a:solidFill>
                <a:latin typeface="JetBrains Mono"/>
                <a:ea typeface="JetBrains Mono"/>
                <a:cs typeface="JetBrains Mono"/>
                <a:sym typeface="JetBrains Mono"/>
              </a:rPr>
              <a:t>", world!"</a:t>
            </a:r>
            <a:r>
              <a:rPr lang="en" dirty="0">
                <a:solidFill>
                  <a:srgbClr val="37474F"/>
                </a:solidFill>
                <a:latin typeface="JetBrains Mono"/>
                <a:ea typeface="JetBrains Mono"/>
                <a:cs typeface="JetBrains Mono"/>
                <a:sym typeface="JetBrains Mono"/>
              </a:rPr>
              <a:t>)</a:t>
            </a:r>
            <a:endParaRPr dirty="0">
              <a:solidFill>
                <a:srgbClr val="37474F"/>
              </a:solidFill>
              <a:latin typeface="JetBrains Mono"/>
              <a:ea typeface="JetBrains Mono"/>
              <a:cs typeface="JetBrains Mono"/>
              <a:sym typeface="JetBrains Mono"/>
            </a:endParaRPr>
          </a:p>
          <a:p>
            <a:pPr marL="0" lvl="0" indent="0" algn="l" rtl="0">
              <a:lnSpc>
                <a:spcPct val="150000"/>
              </a:lnSpc>
              <a:spcBef>
                <a:spcPts val="0"/>
              </a:spcBef>
              <a:spcAft>
                <a:spcPts val="0"/>
              </a:spcAft>
              <a:buClr>
                <a:schemeClr val="dk1"/>
              </a:buClr>
              <a:buSzPts val="1100"/>
              <a:buFont typeface="Arial"/>
              <a:buNone/>
            </a:pPr>
            <a:r>
              <a:rPr lang="en" b="1" dirty="0">
                <a:solidFill>
                  <a:srgbClr val="37474F"/>
                </a:solidFill>
                <a:latin typeface="JetBrains Mono"/>
                <a:ea typeface="JetBrains Mono"/>
                <a:cs typeface="JetBrains Mono"/>
                <a:sym typeface="JetBrains Mono"/>
              </a:rPr>
              <a:t>}</a:t>
            </a:r>
            <a:endParaRPr b="1" dirty="0">
              <a:solidFill>
                <a:srgbClr val="37474F"/>
              </a:solidFill>
              <a:latin typeface="JetBrains Mono"/>
              <a:ea typeface="JetBrains Mono"/>
              <a:cs typeface="JetBrains Mono"/>
              <a:sym typeface="JetBrains Mono"/>
            </a:endParaRPr>
          </a:p>
          <a:p>
            <a:pPr marL="0" lvl="0" indent="0" algn="l" rtl="0">
              <a:lnSpc>
                <a:spcPct val="150000"/>
              </a:lnSpc>
              <a:spcBef>
                <a:spcPts val="0"/>
              </a:spcBef>
              <a:spcAft>
                <a:spcPts val="0"/>
              </a:spcAft>
              <a:buSzPts val="1100"/>
              <a:buNone/>
            </a:pPr>
            <a:r>
              <a:rPr lang="en" i="1" dirty="0">
                <a:solidFill>
                  <a:srgbClr val="37474F"/>
                </a:solidFill>
                <a:latin typeface="JetBrains Mono"/>
                <a:ea typeface="JetBrains Mono"/>
                <a:cs typeface="JetBrains Mono"/>
                <a:sym typeface="JetBrains Mono"/>
              </a:rPr>
              <a:t>println</a:t>
            </a:r>
            <a:r>
              <a:rPr lang="en" dirty="0">
                <a:solidFill>
                  <a:srgbClr val="37474F"/>
                </a:solidFill>
                <a:latin typeface="JetBrains Mono"/>
                <a:ea typeface="JetBrains Mono"/>
                <a:cs typeface="JetBrains Mono"/>
                <a:sym typeface="JetBrains Mono"/>
              </a:rPr>
              <a:t>(string)</a:t>
            </a:r>
            <a:endParaRPr dirty="0">
              <a:solidFill>
                <a:srgbClr val="37474F"/>
              </a:solidFill>
              <a:latin typeface="JetBrains Mono"/>
              <a:ea typeface="JetBrains Mono"/>
              <a:cs typeface="JetBrains Mono"/>
              <a:sym typeface="JetBrains Mono"/>
            </a:endParaRPr>
          </a:p>
          <a:p>
            <a:pPr marL="0" lvl="0" indent="0" algn="l" rtl="0">
              <a:lnSpc>
                <a:spcPct val="150000"/>
              </a:lnSpc>
              <a:spcBef>
                <a:spcPts val="0"/>
              </a:spcBef>
              <a:spcAft>
                <a:spcPts val="0"/>
              </a:spcAft>
              <a:buClr>
                <a:schemeClr val="dk1"/>
              </a:buClr>
              <a:buSzPts val="1100"/>
              <a:buFont typeface="Arial"/>
              <a:buNone/>
            </a:pPr>
            <a:endParaRPr dirty="0">
              <a:solidFill>
                <a:srgbClr val="37474F"/>
              </a:solidFill>
              <a:latin typeface="JetBrains Mono"/>
              <a:ea typeface="JetBrains Mono"/>
              <a:cs typeface="JetBrains Mono"/>
              <a:sym typeface="JetBrains Mono"/>
            </a:endParaRPr>
          </a:p>
          <a:p>
            <a:pPr marL="0" lvl="0" indent="0" algn="l" rtl="0">
              <a:lnSpc>
                <a:spcPct val="150000"/>
              </a:lnSpc>
              <a:spcBef>
                <a:spcPts val="0"/>
              </a:spcBef>
              <a:spcAft>
                <a:spcPts val="0"/>
              </a:spcAft>
              <a:buClr>
                <a:schemeClr val="dk1"/>
              </a:buClr>
              <a:buSzPts val="1100"/>
              <a:buFont typeface="Arial"/>
              <a:buNone/>
            </a:pPr>
            <a:r>
              <a:rPr lang="en" dirty="0">
                <a:solidFill>
                  <a:schemeClr val="dk1"/>
                </a:solidFill>
                <a:latin typeface="HONOR Sans CN" panose="02000500000000000000" pitchFamily="2" charset="-122"/>
                <a:ea typeface="HONOR Sans CN" panose="02000500000000000000" pitchFamily="2" charset="-122"/>
                <a:cs typeface="Open Sans"/>
                <a:sym typeface="Open Sans"/>
              </a:rPr>
              <a:t>What’s going on here will be discussed in the </a:t>
            </a:r>
            <a:r>
              <a:rPr lang="en" i="1" dirty="0">
                <a:solidFill>
                  <a:schemeClr val="dk1"/>
                </a:solidFill>
                <a:latin typeface="HONOR Sans CN" panose="02000500000000000000" pitchFamily="2" charset="-122"/>
                <a:ea typeface="HONOR Sans CN" panose="02000500000000000000" pitchFamily="2" charset="-122"/>
                <a:cs typeface="Open Sans"/>
                <a:sym typeface="Open Sans"/>
              </a:rPr>
              <a:t>OOP introduction</a:t>
            </a:r>
            <a:r>
              <a:rPr lang="en" dirty="0">
                <a:solidFill>
                  <a:schemeClr val="dk1"/>
                </a:solidFill>
                <a:latin typeface="HONOR Sans CN" panose="02000500000000000000" pitchFamily="2" charset="-122"/>
                <a:ea typeface="HONOR Sans CN" panose="02000500000000000000" pitchFamily="2" charset="-122"/>
                <a:cs typeface="Open Sans"/>
                <a:sym typeface="Open Sans"/>
              </a:rPr>
              <a:t> lecture.</a:t>
            </a:r>
            <a:endParaRPr dirty="0">
              <a:latin typeface="HONOR Sans CN" panose="02000500000000000000" pitchFamily="2" charset="-122"/>
              <a:ea typeface="HONOR Sans CN" panose="02000500000000000000" pitchFamily="2" charset="-122"/>
              <a:cs typeface="Open Sans"/>
              <a:sym typeface="Open Sans"/>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2" name="Google Shape;192;p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rgbClr val="000000"/>
              </a:buClr>
              <a:buSzPts val="1100"/>
              <a:buFont typeface="Arial"/>
              <a:buNone/>
            </a:pPr>
            <a:r>
              <a:rPr lang="en" dirty="0">
                <a:solidFill>
                  <a:schemeClr val="dk1"/>
                </a:solidFill>
                <a:latin typeface="HONOR Sans CN" panose="02000500000000000000" pitchFamily="2" charset="-122"/>
                <a:ea typeface="HONOR Sans CN" panose="02000500000000000000" pitchFamily="2" charset="-122"/>
                <a:cs typeface="Open Sans"/>
                <a:sym typeface="Open Sans"/>
              </a:rPr>
              <a:t>See the docs for more on trailing lambdas </a:t>
            </a:r>
            <a:r>
              <a:rPr lang="en" u="sng" dirty="0">
                <a:solidFill>
                  <a:srgbClr val="2200CC"/>
                </a:solidFill>
                <a:latin typeface="HONOR Sans CN" panose="02000500000000000000" pitchFamily="2" charset="-122"/>
                <a:ea typeface="HONOR Sans CN" panose="02000500000000000000" pitchFamily="2" charset="-122"/>
                <a:cs typeface="Open Sans"/>
                <a:sym typeface="Open Sans"/>
                <a:hlinkClick r:id="rId3">
                  <a:extLst>
                    <a:ext uri="{A12FA001-AC4F-418D-AE19-62706E023703}">
                      <ahyp:hlinkClr xmlns:ahyp="http://schemas.microsoft.com/office/drawing/2018/hyperlinkcolor" val="tx"/>
                    </a:ext>
                  </a:extLst>
                </a:hlinkClick>
              </a:rPr>
              <a:t>here</a:t>
            </a:r>
            <a:r>
              <a:rPr lang="en" dirty="0">
                <a:solidFill>
                  <a:schemeClr val="dk1"/>
                </a:solidFill>
                <a:latin typeface="HONOR Sans CN" panose="02000500000000000000" pitchFamily="2" charset="-122"/>
                <a:ea typeface="HONOR Sans CN" panose="02000500000000000000" pitchFamily="2" charset="-122"/>
                <a:cs typeface="Open Sans"/>
                <a:sym typeface="Open Sans"/>
              </a:rPr>
              <a:t> and </a:t>
            </a:r>
            <a:r>
              <a:rPr lang="en" u="sng" dirty="0">
                <a:solidFill>
                  <a:srgbClr val="2200CC"/>
                </a:solidFill>
                <a:latin typeface="HONOR Sans CN" panose="02000500000000000000" pitchFamily="2" charset="-122"/>
                <a:ea typeface="HONOR Sans CN" panose="02000500000000000000" pitchFamily="2" charset="-122"/>
                <a:cs typeface="Open Sans"/>
                <a:sym typeface="Open Sans"/>
                <a:hlinkClick r:id="rId3">
                  <a:extLst>
                    <a:ext uri="{A12FA001-AC4F-418D-AE19-62706E023703}">
                      <ahyp:hlinkClr xmlns:ahyp="http://schemas.microsoft.com/office/drawing/2018/hyperlinkcolor" val="tx"/>
                    </a:ext>
                  </a:extLst>
                </a:hlinkClick>
              </a:rPr>
              <a:t>here</a:t>
            </a:r>
            <a:r>
              <a:rPr lang="en" dirty="0">
                <a:solidFill>
                  <a:schemeClr val="dk1"/>
                </a:solidFill>
                <a:latin typeface="HONOR Sans CN" panose="02000500000000000000" pitchFamily="2" charset="-122"/>
                <a:ea typeface="HONOR Sans CN" panose="02000500000000000000" pitchFamily="2" charset="-122"/>
                <a:cs typeface="Open Sans"/>
                <a:sym typeface="Open Sans"/>
              </a:rPr>
              <a:t>.</a:t>
            </a:r>
            <a:endParaRPr dirty="0">
              <a:latin typeface="HONOR Sans CN" panose="02000500000000000000" pitchFamily="2" charset="-122"/>
              <a:ea typeface="HONOR Sans CN" panose="02000500000000000000" pitchFamily="2" charset="-122"/>
              <a:cs typeface="Open Sans"/>
              <a:sym typeface="Open Sans"/>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p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8" name="Google Shape;198;p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0"/>
              </a:spcAft>
              <a:buSzPts val="1100"/>
              <a:buNone/>
            </a:pPr>
            <a:r>
              <a:rPr lang="en" dirty="0">
                <a:solidFill>
                  <a:schemeClr val="dk1"/>
                </a:solidFill>
                <a:latin typeface="HONOR Sans CN" panose="02000500000000000000" pitchFamily="2" charset="-122"/>
                <a:ea typeface="HONOR Sans CN" panose="02000500000000000000" pitchFamily="2" charset="-122"/>
                <a:cs typeface="Open Sans"/>
                <a:sym typeface="Open Sans"/>
              </a:rPr>
              <a:t>In the </a:t>
            </a:r>
            <a:r>
              <a:rPr lang="en" u="sng" dirty="0">
                <a:solidFill>
                  <a:srgbClr val="2200CC"/>
                </a:solidFill>
                <a:latin typeface="HONOR Sans CN" panose="02000500000000000000" pitchFamily="2" charset="-122"/>
                <a:ea typeface="HONOR Sans CN" panose="02000500000000000000" pitchFamily="2" charset="-122"/>
                <a:cs typeface="Open Sans"/>
                <a:sym typeface="Open Sans"/>
                <a:hlinkClick r:id="rId3">
                  <a:extLst>
                    <a:ext uri="{A12FA001-AC4F-418D-AE19-62706E023703}">
                      <ahyp:hlinkClr xmlns:ahyp="http://schemas.microsoft.com/office/drawing/2018/hyperlinkcolor" val="tx"/>
                    </a:ext>
                  </a:extLst>
                </a:hlinkClick>
              </a:rPr>
              <a:t>Kotlin docs</a:t>
            </a:r>
            <a:r>
              <a:rPr lang="en" dirty="0">
                <a:solidFill>
                  <a:schemeClr val="dk1"/>
                </a:solidFill>
                <a:latin typeface="HONOR Sans CN" panose="02000500000000000000" pitchFamily="2" charset="-122"/>
                <a:ea typeface="HONOR Sans CN" panose="02000500000000000000" pitchFamily="2" charset="-122"/>
                <a:cs typeface="Open Sans"/>
                <a:sym typeface="Open Sans"/>
              </a:rPr>
              <a:t>, the language (syntax) part of Kotlin is covered in the “Basics” and “Concepts” sections. Standard library references are found in the “API reference” section. Formal language reference can be found in the “Language reference” section.</a:t>
            </a:r>
            <a:endParaRPr dirty="0">
              <a:latin typeface="HONOR Sans CN" panose="02000500000000000000" pitchFamily="2" charset="-122"/>
              <a:ea typeface="HONOR Sans CN" panose="02000500000000000000" pitchFamily="2" charset="-122"/>
              <a:cs typeface="Open Sans"/>
              <a:sym typeface="Open Sans"/>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g29017cd9362_27_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4" name="Google Shape;204;g29017cd9362_27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latin typeface="HONOR Sans CN" panose="02000500000000000000" pitchFamily="2" charset="-122"/>
              <a:ea typeface="HONOR Sans CN" panose="02000500000000000000"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5. Code">
  <p:cSld name="CUSTOM_4">
    <p:spTree>
      <p:nvGrpSpPr>
        <p:cNvPr id="1" name="Shape 9"/>
        <p:cNvGrpSpPr/>
        <p:nvPr/>
      </p:nvGrpSpPr>
      <p:grpSpPr>
        <a:xfrm>
          <a:off x="0" y="0"/>
          <a:ext cx="0" cy="0"/>
          <a:chOff x="0" y="0"/>
          <a:chExt cx="0" cy="0"/>
        </a:xfrm>
      </p:grpSpPr>
      <p:sp>
        <p:nvSpPr>
          <p:cNvPr id="10" name="Google Shape;10;p2"/>
          <p:cNvSpPr txBox="1">
            <a:spLocks noGrp="1"/>
          </p:cNvSpPr>
          <p:nvPr>
            <p:ph type="body" idx="1"/>
          </p:nvPr>
        </p:nvSpPr>
        <p:spPr>
          <a:xfrm>
            <a:off x="292608" y="1335024"/>
            <a:ext cx="8328900" cy="2377500"/>
          </a:xfrm>
          <a:prstGeom prst="rect">
            <a:avLst/>
          </a:prstGeom>
        </p:spPr>
        <p:txBody>
          <a:bodyPr spcFirstLastPara="1" wrap="square" lIns="0" tIns="73150" rIns="0" bIns="0" anchor="t" anchorCtr="0">
            <a:noAutofit/>
          </a:bodyPr>
          <a:lstStyle>
            <a:lvl1pPr marL="457200" lvl="0" indent="-317500" rtl="0">
              <a:spcBef>
                <a:spcPts val="0"/>
              </a:spcBef>
              <a:spcAft>
                <a:spcPts val="0"/>
              </a:spcAft>
              <a:buSzPts val="1400"/>
              <a:buFont typeface="JetBrains Mono"/>
              <a:buChar char="●"/>
              <a:defRPr>
                <a:latin typeface="JetBrains Mono"/>
                <a:ea typeface="JetBrains Mono"/>
                <a:cs typeface="JetBrains Mono"/>
                <a:sym typeface="JetBrains Mono"/>
              </a:defRPr>
            </a:lvl1pPr>
            <a:lvl2pPr marL="914400" lvl="1" indent="-317500" rtl="0">
              <a:spcBef>
                <a:spcPts val="600"/>
              </a:spcBef>
              <a:spcAft>
                <a:spcPts val="0"/>
              </a:spcAft>
              <a:buSzPts val="1400"/>
              <a:buFont typeface="JetBrains Mono"/>
              <a:buChar char="○"/>
              <a:defRPr>
                <a:latin typeface="JetBrains Mono"/>
                <a:ea typeface="JetBrains Mono"/>
                <a:cs typeface="JetBrains Mono"/>
                <a:sym typeface="JetBrains Mono"/>
              </a:defRPr>
            </a:lvl2pPr>
            <a:lvl3pPr marL="1371600" lvl="2" indent="-317500" rtl="0">
              <a:spcBef>
                <a:spcPts val="600"/>
              </a:spcBef>
              <a:spcAft>
                <a:spcPts val="0"/>
              </a:spcAft>
              <a:buSzPts val="1400"/>
              <a:buFont typeface="JetBrains Mono"/>
              <a:buChar char="■"/>
              <a:defRPr>
                <a:latin typeface="JetBrains Mono"/>
                <a:ea typeface="JetBrains Mono"/>
                <a:cs typeface="JetBrains Mono"/>
                <a:sym typeface="JetBrains Mono"/>
              </a:defRPr>
            </a:lvl3pPr>
            <a:lvl4pPr marL="1828800" lvl="3" indent="-317500" rtl="0">
              <a:spcBef>
                <a:spcPts val="600"/>
              </a:spcBef>
              <a:spcAft>
                <a:spcPts val="0"/>
              </a:spcAft>
              <a:buSzPts val="1400"/>
              <a:buFont typeface="JetBrains Mono"/>
              <a:buChar char="●"/>
              <a:defRPr>
                <a:latin typeface="JetBrains Mono"/>
                <a:ea typeface="JetBrains Mono"/>
                <a:cs typeface="JetBrains Mono"/>
                <a:sym typeface="JetBrains Mono"/>
              </a:defRPr>
            </a:lvl4pPr>
            <a:lvl5pPr marL="2286000" lvl="4" indent="-317500" rtl="0">
              <a:spcBef>
                <a:spcPts val="600"/>
              </a:spcBef>
              <a:spcAft>
                <a:spcPts val="0"/>
              </a:spcAft>
              <a:buSzPts val="1400"/>
              <a:buFont typeface="JetBrains Mono"/>
              <a:buChar char="○"/>
              <a:defRPr>
                <a:latin typeface="JetBrains Mono"/>
                <a:ea typeface="JetBrains Mono"/>
                <a:cs typeface="JetBrains Mono"/>
                <a:sym typeface="JetBrains Mono"/>
              </a:defRPr>
            </a:lvl5pPr>
            <a:lvl6pPr marL="2743200" lvl="5" indent="-317500" rtl="0">
              <a:spcBef>
                <a:spcPts val="600"/>
              </a:spcBef>
              <a:spcAft>
                <a:spcPts val="0"/>
              </a:spcAft>
              <a:buSzPts val="1400"/>
              <a:buFont typeface="JetBrains Mono"/>
              <a:buChar char="■"/>
              <a:defRPr>
                <a:latin typeface="JetBrains Mono"/>
                <a:ea typeface="JetBrains Mono"/>
                <a:cs typeface="JetBrains Mono"/>
                <a:sym typeface="JetBrains Mono"/>
              </a:defRPr>
            </a:lvl6pPr>
            <a:lvl7pPr marL="3200400" lvl="6" indent="-317500" rtl="0">
              <a:spcBef>
                <a:spcPts val="600"/>
              </a:spcBef>
              <a:spcAft>
                <a:spcPts val="0"/>
              </a:spcAft>
              <a:buSzPts val="1400"/>
              <a:buFont typeface="JetBrains Mono"/>
              <a:buChar char="●"/>
              <a:defRPr>
                <a:latin typeface="JetBrains Mono"/>
                <a:ea typeface="JetBrains Mono"/>
                <a:cs typeface="JetBrains Mono"/>
                <a:sym typeface="JetBrains Mono"/>
              </a:defRPr>
            </a:lvl7pPr>
            <a:lvl8pPr marL="3657600" lvl="7" indent="-317500" rtl="0">
              <a:spcBef>
                <a:spcPts val="600"/>
              </a:spcBef>
              <a:spcAft>
                <a:spcPts val="0"/>
              </a:spcAft>
              <a:buSzPts val="1400"/>
              <a:buFont typeface="JetBrains Mono"/>
              <a:buChar char="○"/>
              <a:defRPr>
                <a:latin typeface="JetBrains Mono"/>
                <a:ea typeface="JetBrains Mono"/>
                <a:cs typeface="JetBrains Mono"/>
                <a:sym typeface="JetBrains Mono"/>
              </a:defRPr>
            </a:lvl8pPr>
            <a:lvl9pPr marL="4114800" lvl="8" indent="-317500" rtl="0">
              <a:spcBef>
                <a:spcPts val="600"/>
              </a:spcBef>
              <a:spcAft>
                <a:spcPts val="600"/>
              </a:spcAft>
              <a:buSzPts val="1400"/>
              <a:buFont typeface="JetBrains Mono"/>
              <a:buChar char="■"/>
              <a:defRPr>
                <a:latin typeface="JetBrains Mono"/>
                <a:ea typeface="JetBrains Mono"/>
                <a:cs typeface="JetBrains Mono"/>
                <a:sym typeface="JetBrains Mono"/>
              </a:defRPr>
            </a:lvl9pPr>
          </a:lstStyle>
          <a:p>
            <a:endParaRPr/>
          </a:p>
        </p:txBody>
      </p:sp>
      <p:sp>
        <p:nvSpPr>
          <p:cNvPr id="11" name="Google Shape;11;p2"/>
          <p:cNvSpPr txBox="1">
            <a:spLocks noGrp="1"/>
          </p:cNvSpPr>
          <p:nvPr>
            <p:ph type="title"/>
          </p:nvPr>
        </p:nvSpPr>
        <p:spPr>
          <a:xfrm>
            <a:off x="292608" y="292608"/>
            <a:ext cx="8503800" cy="457200"/>
          </a:xfrm>
          <a:prstGeom prst="rect">
            <a:avLst/>
          </a:prstGeom>
        </p:spPr>
        <p:txBody>
          <a:bodyPr spcFirstLastPara="1" wrap="square" lIns="0" tIns="91425" rIns="0" bIns="91425" anchor="t" anchorCtr="0">
            <a:noAutofit/>
          </a:bodyPr>
          <a:lstStyle>
            <a:lvl1pPr lvl="0" rtl="0">
              <a:lnSpc>
                <a:spcPct val="85000"/>
              </a:lnSpc>
              <a:spcBef>
                <a:spcPts val="0"/>
              </a:spcBef>
              <a:spcAft>
                <a:spcPts val="0"/>
              </a:spcAft>
              <a:buClr>
                <a:schemeClr val="dk1"/>
              </a:buClr>
              <a:buSzPts val="3300"/>
              <a:buFont typeface="Inter"/>
              <a:buNone/>
              <a:defRPr sz="3300">
                <a:solidFill>
                  <a:schemeClr val="dk1"/>
                </a:solidFill>
                <a:latin typeface="HONOR Sans CN" panose="02000500000000000000" pitchFamily="2" charset="-122"/>
                <a:ea typeface="HONOR Sans CN" panose="02000500000000000000" pitchFamily="2" charset="-122"/>
                <a:cs typeface="HONOR Sans CN" panose="02000500000000000000" pitchFamily="2" charset="-122"/>
                <a:sym typeface="Inter"/>
              </a:defRPr>
            </a:lvl1pPr>
            <a:lvl2pPr lvl="1"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2pPr>
            <a:lvl3pPr lvl="2"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3pPr>
            <a:lvl4pPr lvl="3"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4pPr>
            <a:lvl5pPr lvl="4"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5pPr>
            <a:lvl6pPr lvl="5"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6pPr>
            <a:lvl7pPr lvl="6"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7pPr>
            <a:lvl8pPr lvl="7"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8pPr>
            <a:lvl9pPr lvl="8"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9pPr>
          </a:lstStyle>
          <a:p>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6. Lots of code">
  <p:cSld name="CUSTOM_4_1">
    <p:spTree>
      <p:nvGrpSpPr>
        <p:cNvPr id="1" name="Shape 12"/>
        <p:cNvGrpSpPr/>
        <p:nvPr/>
      </p:nvGrpSpPr>
      <p:grpSpPr>
        <a:xfrm>
          <a:off x="0" y="0"/>
          <a:ext cx="0" cy="0"/>
          <a:chOff x="0" y="0"/>
          <a:chExt cx="0" cy="0"/>
        </a:xfrm>
      </p:grpSpPr>
      <p:sp>
        <p:nvSpPr>
          <p:cNvPr id="13" name="Google Shape;13;p3"/>
          <p:cNvSpPr txBox="1">
            <a:spLocks noGrp="1"/>
          </p:cNvSpPr>
          <p:nvPr>
            <p:ph type="body" idx="1"/>
          </p:nvPr>
        </p:nvSpPr>
        <p:spPr>
          <a:xfrm>
            <a:off x="292608" y="1335024"/>
            <a:ext cx="8326800" cy="2853000"/>
          </a:xfrm>
          <a:prstGeom prst="rect">
            <a:avLst/>
          </a:prstGeom>
        </p:spPr>
        <p:txBody>
          <a:bodyPr spcFirstLastPara="1" wrap="square" lIns="0" tIns="146300" rIns="0" bIns="0" anchor="t" anchorCtr="0">
            <a:noAutofit/>
          </a:bodyPr>
          <a:lstStyle>
            <a:lvl1pPr marL="457200" lvl="0" indent="-279400" rtl="0">
              <a:spcBef>
                <a:spcPts val="0"/>
              </a:spcBef>
              <a:spcAft>
                <a:spcPts val="0"/>
              </a:spcAft>
              <a:buSzPts val="800"/>
              <a:buFont typeface="JetBrains Mono"/>
              <a:buChar char="●"/>
              <a:defRPr sz="800">
                <a:latin typeface="JetBrains Mono"/>
                <a:ea typeface="JetBrains Mono"/>
                <a:cs typeface="JetBrains Mono"/>
                <a:sym typeface="JetBrains Mono"/>
              </a:defRPr>
            </a:lvl1pPr>
            <a:lvl2pPr marL="914400" lvl="1" indent="-279400" rtl="0">
              <a:spcBef>
                <a:spcPts val="600"/>
              </a:spcBef>
              <a:spcAft>
                <a:spcPts val="0"/>
              </a:spcAft>
              <a:buSzPts val="800"/>
              <a:buFont typeface="JetBrains Mono"/>
              <a:buChar char="○"/>
              <a:defRPr sz="800">
                <a:latin typeface="JetBrains Mono"/>
                <a:ea typeface="JetBrains Mono"/>
                <a:cs typeface="JetBrains Mono"/>
                <a:sym typeface="JetBrains Mono"/>
              </a:defRPr>
            </a:lvl2pPr>
            <a:lvl3pPr marL="1371600" lvl="2" indent="-279400" rtl="0">
              <a:spcBef>
                <a:spcPts val="600"/>
              </a:spcBef>
              <a:spcAft>
                <a:spcPts val="0"/>
              </a:spcAft>
              <a:buSzPts val="800"/>
              <a:buFont typeface="JetBrains Mono"/>
              <a:buChar char="■"/>
              <a:defRPr sz="800">
                <a:latin typeface="JetBrains Mono"/>
                <a:ea typeface="JetBrains Mono"/>
                <a:cs typeface="JetBrains Mono"/>
                <a:sym typeface="JetBrains Mono"/>
              </a:defRPr>
            </a:lvl3pPr>
            <a:lvl4pPr marL="1828800" lvl="3" indent="-279400" rtl="0">
              <a:spcBef>
                <a:spcPts val="600"/>
              </a:spcBef>
              <a:spcAft>
                <a:spcPts val="0"/>
              </a:spcAft>
              <a:buSzPts val="800"/>
              <a:buFont typeface="JetBrains Mono"/>
              <a:buChar char="●"/>
              <a:defRPr sz="800">
                <a:latin typeface="JetBrains Mono"/>
                <a:ea typeface="JetBrains Mono"/>
                <a:cs typeface="JetBrains Mono"/>
                <a:sym typeface="JetBrains Mono"/>
              </a:defRPr>
            </a:lvl4pPr>
            <a:lvl5pPr marL="2286000" lvl="4" indent="-279400" rtl="0">
              <a:spcBef>
                <a:spcPts val="600"/>
              </a:spcBef>
              <a:spcAft>
                <a:spcPts val="0"/>
              </a:spcAft>
              <a:buSzPts val="800"/>
              <a:buFont typeface="JetBrains Mono"/>
              <a:buChar char="○"/>
              <a:defRPr sz="800">
                <a:latin typeface="JetBrains Mono"/>
                <a:ea typeface="JetBrains Mono"/>
                <a:cs typeface="JetBrains Mono"/>
                <a:sym typeface="JetBrains Mono"/>
              </a:defRPr>
            </a:lvl5pPr>
            <a:lvl6pPr marL="2743200" lvl="5" indent="-279400" rtl="0">
              <a:spcBef>
                <a:spcPts val="600"/>
              </a:spcBef>
              <a:spcAft>
                <a:spcPts val="0"/>
              </a:spcAft>
              <a:buSzPts val="800"/>
              <a:buFont typeface="JetBrains Mono"/>
              <a:buChar char="■"/>
              <a:defRPr sz="800">
                <a:latin typeface="JetBrains Mono"/>
                <a:ea typeface="JetBrains Mono"/>
                <a:cs typeface="JetBrains Mono"/>
                <a:sym typeface="JetBrains Mono"/>
              </a:defRPr>
            </a:lvl6pPr>
            <a:lvl7pPr marL="3200400" lvl="6" indent="-279400" rtl="0">
              <a:spcBef>
                <a:spcPts val="600"/>
              </a:spcBef>
              <a:spcAft>
                <a:spcPts val="0"/>
              </a:spcAft>
              <a:buSzPts val="800"/>
              <a:buFont typeface="JetBrains Mono"/>
              <a:buChar char="●"/>
              <a:defRPr sz="800">
                <a:latin typeface="JetBrains Mono"/>
                <a:ea typeface="JetBrains Mono"/>
                <a:cs typeface="JetBrains Mono"/>
                <a:sym typeface="JetBrains Mono"/>
              </a:defRPr>
            </a:lvl7pPr>
            <a:lvl8pPr marL="3657600" lvl="7" indent="-279400" rtl="0">
              <a:spcBef>
                <a:spcPts val="600"/>
              </a:spcBef>
              <a:spcAft>
                <a:spcPts val="0"/>
              </a:spcAft>
              <a:buSzPts val="800"/>
              <a:buFont typeface="JetBrains Mono"/>
              <a:buChar char="○"/>
              <a:defRPr sz="800">
                <a:latin typeface="JetBrains Mono"/>
                <a:ea typeface="JetBrains Mono"/>
                <a:cs typeface="JetBrains Mono"/>
                <a:sym typeface="JetBrains Mono"/>
              </a:defRPr>
            </a:lvl8pPr>
            <a:lvl9pPr marL="4114800" lvl="8" indent="-279400" rtl="0">
              <a:spcBef>
                <a:spcPts val="600"/>
              </a:spcBef>
              <a:spcAft>
                <a:spcPts val="600"/>
              </a:spcAft>
              <a:buSzPts val="800"/>
              <a:buFont typeface="JetBrains Mono"/>
              <a:buChar char="■"/>
              <a:defRPr sz="800">
                <a:latin typeface="JetBrains Mono"/>
                <a:ea typeface="JetBrains Mono"/>
                <a:cs typeface="JetBrains Mono"/>
                <a:sym typeface="JetBrains Mono"/>
              </a:defRPr>
            </a:lvl9pPr>
          </a:lstStyle>
          <a:p>
            <a:endParaRPr/>
          </a:p>
        </p:txBody>
      </p:sp>
      <p:sp>
        <p:nvSpPr>
          <p:cNvPr id="14" name="Google Shape;14;p3"/>
          <p:cNvSpPr txBox="1">
            <a:spLocks noGrp="1"/>
          </p:cNvSpPr>
          <p:nvPr>
            <p:ph type="title"/>
          </p:nvPr>
        </p:nvSpPr>
        <p:spPr>
          <a:xfrm>
            <a:off x="292608" y="292608"/>
            <a:ext cx="8503800" cy="457200"/>
          </a:xfrm>
          <a:prstGeom prst="rect">
            <a:avLst/>
          </a:prstGeom>
        </p:spPr>
        <p:txBody>
          <a:bodyPr spcFirstLastPara="1" wrap="square" lIns="0" tIns="91425" rIns="0" bIns="91425" anchor="t" anchorCtr="0">
            <a:noAutofit/>
          </a:bodyPr>
          <a:lstStyle>
            <a:lvl1pPr lvl="0" rtl="0">
              <a:lnSpc>
                <a:spcPct val="85000"/>
              </a:lnSpc>
              <a:spcBef>
                <a:spcPts val="0"/>
              </a:spcBef>
              <a:spcAft>
                <a:spcPts val="0"/>
              </a:spcAft>
              <a:buClr>
                <a:schemeClr val="dk1"/>
              </a:buClr>
              <a:buSzPts val="3300"/>
              <a:buFont typeface="Inter"/>
              <a:buNone/>
              <a:defRPr sz="3300">
                <a:solidFill>
                  <a:schemeClr val="dk1"/>
                </a:solidFill>
                <a:latin typeface="HONOR Sans CN" panose="02000500000000000000" pitchFamily="2" charset="-122"/>
                <a:ea typeface="HONOR Sans CN" panose="02000500000000000000" pitchFamily="2" charset="-122"/>
                <a:cs typeface="HONOR Sans CN" panose="02000500000000000000" pitchFamily="2" charset="-122"/>
                <a:sym typeface="Inter"/>
              </a:defRPr>
            </a:lvl1pPr>
            <a:lvl2pPr lvl="1"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2pPr>
            <a:lvl3pPr lvl="2"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3pPr>
            <a:lvl4pPr lvl="3"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4pPr>
            <a:lvl5pPr lvl="4"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5pPr>
            <a:lvl6pPr lvl="5"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6pPr>
            <a:lvl7pPr lvl="6"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7pPr>
            <a:lvl8pPr lvl="7"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8pPr>
            <a:lvl9pPr lvl="8"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9pPr>
          </a:lstStyle>
          <a:p>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7. Main point">
  <p:cSld name="CUSTOM_5">
    <p:spTree>
      <p:nvGrpSpPr>
        <p:cNvPr id="1" name="Shape 15"/>
        <p:cNvGrpSpPr/>
        <p:nvPr/>
      </p:nvGrpSpPr>
      <p:grpSpPr>
        <a:xfrm>
          <a:off x="0" y="0"/>
          <a:ext cx="0" cy="0"/>
          <a:chOff x="0" y="0"/>
          <a:chExt cx="0" cy="0"/>
        </a:xfrm>
      </p:grpSpPr>
      <p:sp>
        <p:nvSpPr>
          <p:cNvPr id="16" name="Google Shape;16;p4"/>
          <p:cNvSpPr txBox="1">
            <a:spLocks noGrp="1"/>
          </p:cNvSpPr>
          <p:nvPr>
            <p:ph type="title"/>
          </p:nvPr>
        </p:nvSpPr>
        <p:spPr>
          <a:xfrm>
            <a:off x="411475" y="1626682"/>
            <a:ext cx="8321100" cy="1664400"/>
          </a:xfrm>
          <a:prstGeom prst="rect">
            <a:avLst/>
          </a:prstGeom>
        </p:spPr>
        <p:txBody>
          <a:bodyPr spcFirstLastPara="1" wrap="square" lIns="0" tIns="91425" rIns="0" bIns="91425" anchor="ctr" anchorCtr="0">
            <a:noAutofit/>
          </a:bodyPr>
          <a:lstStyle>
            <a:lvl1pPr lvl="0" algn="ctr">
              <a:spcBef>
                <a:spcPts val="0"/>
              </a:spcBef>
              <a:spcAft>
                <a:spcPts val="0"/>
              </a:spcAft>
              <a:buSzPts val="3300"/>
              <a:buNone/>
              <a:defRPr>
                <a:latin typeface="HONOR Sans CN" panose="02000500000000000000" pitchFamily="2" charset="-122"/>
                <a:ea typeface="HONOR Sans CN" panose="02000500000000000000" pitchFamily="2" charset="-122"/>
              </a:defRPr>
            </a:lvl1pPr>
            <a:lvl2pPr lvl="1" algn="ctr">
              <a:spcBef>
                <a:spcPts val="0"/>
              </a:spcBef>
              <a:spcAft>
                <a:spcPts val="0"/>
              </a:spcAft>
              <a:buSzPts val="3300"/>
              <a:buNone/>
              <a:defRPr/>
            </a:lvl2pPr>
            <a:lvl3pPr lvl="2" algn="ctr">
              <a:spcBef>
                <a:spcPts val="0"/>
              </a:spcBef>
              <a:spcAft>
                <a:spcPts val="0"/>
              </a:spcAft>
              <a:buSzPts val="3300"/>
              <a:buNone/>
              <a:defRPr/>
            </a:lvl3pPr>
            <a:lvl4pPr lvl="3" algn="ctr">
              <a:spcBef>
                <a:spcPts val="0"/>
              </a:spcBef>
              <a:spcAft>
                <a:spcPts val="0"/>
              </a:spcAft>
              <a:buSzPts val="3300"/>
              <a:buNone/>
              <a:defRPr/>
            </a:lvl4pPr>
            <a:lvl5pPr lvl="4" algn="ctr">
              <a:spcBef>
                <a:spcPts val="0"/>
              </a:spcBef>
              <a:spcAft>
                <a:spcPts val="0"/>
              </a:spcAft>
              <a:buSzPts val="3300"/>
              <a:buNone/>
              <a:defRPr/>
            </a:lvl5pPr>
            <a:lvl6pPr lvl="5" algn="ctr">
              <a:spcBef>
                <a:spcPts val="0"/>
              </a:spcBef>
              <a:spcAft>
                <a:spcPts val="0"/>
              </a:spcAft>
              <a:buSzPts val="3300"/>
              <a:buNone/>
              <a:defRPr/>
            </a:lvl6pPr>
            <a:lvl7pPr lvl="6" algn="ctr">
              <a:spcBef>
                <a:spcPts val="0"/>
              </a:spcBef>
              <a:spcAft>
                <a:spcPts val="0"/>
              </a:spcAft>
              <a:buSzPts val="3300"/>
              <a:buNone/>
              <a:defRPr/>
            </a:lvl7pPr>
            <a:lvl8pPr lvl="7" algn="ctr">
              <a:spcBef>
                <a:spcPts val="0"/>
              </a:spcBef>
              <a:spcAft>
                <a:spcPts val="0"/>
              </a:spcAft>
              <a:buSzPts val="3300"/>
              <a:buNone/>
              <a:defRPr/>
            </a:lvl8pPr>
            <a:lvl9pPr lvl="8" algn="ctr">
              <a:spcBef>
                <a:spcPts val="0"/>
              </a:spcBef>
              <a:spcAft>
                <a:spcPts val="0"/>
              </a:spcAft>
              <a:buSzPts val="3300"/>
              <a:buNone/>
              <a:defRPr/>
            </a:lvl9pPr>
          </a:lstStyle>
          <a:p>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10. Text slide">
  <p:cSld name="CUSTOM_7_1">
    <p:spTree>
      <p:nvGrpSpPr>
        <p:cNvPr id="1" name="Shape 17"/>
        <p:cNvGrpSpPr/>
        <p:nvPr/>
      </p:nvGrpSpPr>
      <p:grpSpPr>
        <a:xfrm>
          <a:off x="0" y="0"/>
          <a:ext cx="0" cy="0"/>
          <a:chOff x="0" y="0"/>
          <a:chExt cx="0" cy="0"/>
        </a:xfrm>
      </p:grpSpPr>
      <p:sp>
        <p:nvSpPr>
          <p:cNvPr id="18" name="Google Shape;18;p5"/>
          <p:cNvSpPr txBox="1">
            <a:spLocks noGrp="1"/>
          </p:cNvSpPr>
          <p:nvPr>
            <p:ph type="body" idx="1"/>
          </p:nvPr>
        </p:nvSpPr>
        <p:spPr>
          <a:xfrm>
            <a:off x="292600" y="292598"/>
            <a:ext cx="8328900" cy="4485900"/>
          </a:xfrm>
          <a:prstGeom prst="rect">
            <a:avLst/>
          </a:prstGeom>
        </p:spPr>
        <p:txBody>
          <a:bodyPr spcFirstLastPara="1" wrap="square" lIns="0" tIns="73150" rIns="0" bIns="0" anchor="t" anchorCtr="0">
            <a:noAutofit/>
          </a:bodyPr>
          <a:lstStyle>
            <a:lvl1pPr marL="457200" lvl="0" indent="-317500" rtl="0">
              <a:spcBef>
                <a:spcPts val="0"/>
              </a:spcBef>
              <a:spcAft>
                <a:spcPts val="0"/>
              </a:spcAft>
              <a:buSzPts val="1400"/>
              <a:buChar char="●"/>
              <a:defRPr>
                <a:latin typeface="HONOR Sans CN" panose="02000500000000000000" pitchFamily="2" charset="-122"/>
                <a:ea typeface="HONOR Sans CN" panose="02000500000000000000" pitchFamily="2" charset="-122"/>
              </a:defRPr>
            </a:lvl1pPr>
            <a:lvl2pPr marL="914400" lvl="1" indent="-317500" rtl="0">
              <a:spcBef>
                <a:spcPts val="600"/>
              </a:spcBef>
              <a:spcAft>
                <a:spcPts val="0"/>
              </a:spcAft>
              <a:buSzPts val="1400"/>
              <a:buChar char="○"/>
              <a:defRPr/>
            </a:lvl2pPr>
            <a:lvl3pPr marL="1371600" lvl="2" indent="-317500" rtl="0">
              <a:spcBef>
                <a:spcPts val="600"/>
              </a:spcBef>
              <a:spcAft>
                <a:spcPts val="0"/>
              </a:spcAft>
              <a:buSzPts val="1400"/>
              <a:buChar char="■"/>
              <a:defRPr/>
            </a:lvl3pPr>
            <a:lvl4pPr marL="1828800" lvl="3" indent="-317500" rtl="0">
              <a:spcBef>
                <a:spcPts val="600"/>
              </a:spcBef>
              <a:spcAft>
                <a:spcPts val="0"/>
              </a:spcAft>
              <a:buSzPts val="1400"/>
              <a:buChar char="●"/>
              <a:defRPr/>
            </a:lvl4pPr>
            <a:lvl5pPr marL="2286000" lvl="4" indent="-317500" rtl="0">
              <a:spcBef>
                <a:spcPts val="600"/>
              </a:spcBef>
              <a:spcAft>
                <a:spcPts val="0"/>
              </a:spcAft>
              <a:buSzPts val="1400"/>
              <a:buChar char="○"/>
              <a:defRPr/>
            </a:lvl5pPr>
            <a:lvl6pPr marL="2743200" lvl="5" indent="-317500" rtl="0">
              <a:spcBef>
                <a:spcPts val="600"/>
              </a:spcBef>
              <a:spcAft>
                <a:spcPts val="0"/>
              </a:spcAft>
              <a:buSzPts val="1400"/>
              <a:buChar char="■"/>
              <a:defRPr/>
            </a:lvl6pPr>
            <a:lvl7pPr marL="3200400" lvl="6" indent="-317500" rtl="0">
              <a:spcBef>
                <a:spcPts val="600"/>
              </a:spcBef>
              <a:spcAft>
                <a:spcPts val="0"/>
              </a:spcAft>
              <a:buSzPts val="1400"/>
              <a:buChar char="●"/>
              <a:defRPr/>
            </a:lvl7pPr>
            <a:lvl8pPr marL="3657600" lvl="7" indent="-317500" rtl="0">
              <a:spcBef>
                <a:spcPts val="600"/>
              </a:spcBef>
              <a:spcAft>
                <a:spcPts val="0"/>
              </a:spcAft>
              <a:buSzPts val="1400"/>
              <a:buChar char="○"/>
              <a:defRPr/>
            </a:lvl8pPr>
            <a:lvl9pPr marL="4114800" lvl="8" indent="-317500" rtl="0">
              <a:spcBef>
                <a:spcPts val="600"/>
              </a:spcBef>
              <a:spcAft>
                <a:spcPts val="600"/>
              </a:spcAft>
              <a:buSzPts val="1400"/>
              <a:buChar char="■"/>
              <a:defRPr/>
            </a:lvl9pPr>
          </a:lstStyle>
          <a:p>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rgbClr val="000000"/>
        </a:solidFill>
        <a:effectLst/>
      </p:bgPr>
    </p:bg>
    <p:spTree>
      <p:nvGrpSpPr>
        <p:cNvPr id="1" name="Shape 19"/>
        <p:cNvGrpSpPr/>
        <p:nvPr/>
      </p:nvGrpSpPr>
      <p:grpSpPr>
        <a:xfrm>
          <a:off x="0" y="0"/>
          <a:ext cx="0" cy="0"/>
          <a:chOff x="0" y="0"/>
          <a:chExt cx="0" cy="0"/>
        </a:xfrm>
      </p:grpSpPr>
      <p:sp>
        <p:nvSpPr>
          <p:cNvPr id="20" name="Google Shape;20;p6"/>
          <p:cNvSpPr txBox="1">
            <a:spLocks noGrp="1"/>
          </p:cNvSpPr>
          <p:nvPr>
            <p:ph type="sldNum" idx="12"/>
          </p:nvPr>
        </p:nvSpPr>
        <p:spPr>
          <a:xfrm>
            <a:off x="8472458" y="4663217"/>
            <a:ext cx="548700" cy="393600"/>
          </a:xfrm>
          <a:prstGeom prst="rect">
            <a:avLst/>
          </a:prstGeom>
        </p:spPr>
        <p:txBody>
          <a:bodyPr spcFirstLastPara="1" wrap="square" lIns="0" tIns="91425" rIns="0"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dirty="0"/>
          </a:p>
        </p:txBody>
      </p:sp>
      <p:pic>
        <p:nvPicPr>
          <p:cNvPr id="21" name="Google Shape;21;p6"/>
          <p:cNvPicPr preferRelativeResize="0"/>
          <p:nvPr/>
        </p:nvPicPr>
        <p:blipFill rotWithShape="1">
          <a:blip r:embed="rId2">
            <a:alphaModFix/>
          </a:blip>
          <a:srcRect l="25105" t="18583" r="1078" b="20590"/>
          <a:stretch/>
        </p:blipFill>
        <p:spPr>
          <a:xfrm rot="-720009">
            <a:off x="4471046" y="-44961"/>
            <a:ext cx="5499357" cy="4533268"/>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9. Text and header 1">
  <p:cSld name="CUSTOM_7_2">
    <p:spTree>
      <p:nvGrpSpPr>
        <p:cNvPr id="1" name="Shape 22"/>
        <p:cNvGrpSpPr/>
        <p:nvPr/>
      </p:nvGrpSpPr>
      <p:grpSpPr>
        <a:xfrm>
          <a:off x="0" y="0"/>
          <a:ext cx="0" cy="0"/>
          <a:chOff x="0" y="0"/>
          <a:chExt cx="0" cy="0"/>
        </a:xfrm>
      </p:grpSpPr>
      <p:sp>
        <p:nvSpPr>
          <p:cNvPr id="23" name="Google Shape;23;p7"/>
          <p:cNvSpPr txBox="1">
            <a:spLocks noGrp="1"/>
          </p:cNvSpPr>
          <p:nvPr>
            <p:ph type="body" idx="1"/>
          </p:nvPr>
        </p:nvSpPr>
        <p:spPr>
          <a:xfrm>
            <a:off x="292608" y="1335024"/>
            <a:ext cx="8328900" cy="2395800"/>
          </a:xfrm>
          <a:prstGeom prst="rect">
            <a:avLst/>
          </a:prstGeom>
        </p:spPr>
        <p:txBody>
          <a:bodyPr spcFirstLastPara="1" wrap="square" lIns="0" tIns="73150" rIns="0" bIns="0" anchor="t" anchorCtr="0">
            <a:noAutofit/>
          </a:bodyPr>
          <a:lstStyle>
            <a:lvl1pPr marL="457200" lvl="0" indent="-317500" rtl="0">
              <a:spcBef>
                <a:spcPts val="0"/>
              </a:spcBef>
              <a:spcAft>
                <a:spcPts val="0"/>
              </a:spcAft>
              <a:buSzPts val="1400"/>
              <a:buChar char="●"/>
              <a:defRPr>
                <a:latin typeface="HONOR Sans CN" panose="02000500000000000000" pitchFamily="2" charset="-122"/>
                <a:ea typeface="HONOR Sans CN" panose="02000500000000000000" pitchFamily="2" charset="-122"/>
              </a:defRPr>
            </a:lvl1pPr>
            <a:lvl2pPr marL="914400" lvl="1" indent="-317500" rtl="0">
              <a:spcBef>
                <a:spcPts val="600"/>
              </a:spcBef>
              <a:spcAft>
                <a:spcPts val="0"/>
              </a:spcAft>
              <a:buSzPts val="1400"/>
              <a:buChar char="○"/>
              <a:defRPr/>
            </a:lvl2pPr>
            <a:lvl3pPr marL="1371600" lvl="2" indent="-317500" rtl="0">
              <a:spcBef>
                <a:spcPts val="600"/>
              </a:spcBef>
              <a:spcAft>
                <a:spcPts val="0"/>
              </a:spcAft>
              <a:buSzPts val="1400"/>
              <a:buChar char="■"/>
              <a:defRPr/>
            </a:lvl3pPr>
            <a:lvl4pPr marL="1828800" lvl="3" indent="-317500" rtl="0">
              <a:spcBef>
                <a:spcPts val="600"/>
              </a:spcBef>
              <a:spcAft>
                <a:spcPts val="0"/>
              </a:spcAft>
              <a:buSzPts val="1400"/>
              <a:buChar char="●"/>
              <a:defRPr/>
            </a:lvl4pPr>
            <a:lvl5pPr marL="2286000" lvl="4" indent="-317500" rtl="0">
              <a:spcBef>
                <a:spcPts val="600"/>
              </a:spcBef>
              <a:spcAft>
                <a:spcPts val="0"/>
              </a:spcAft>
              <a:buSzPts val="1400"/>
              <a:buChar char="○"/>
              <a:defRPr/>
            </a:lvl5pPr>
            <a:lvl6pPr marL="2743200" lvl="5" indent="-317500" rtl="0">
              <a:spcBef>
                <a:spcPts val="600"/>
              </a:spcBef>
              <a:spcAft>
                <a:spcPts val="0"/>
              </a:spcAft>
              <a:buSzPts val="1400"/>
              <a:buChar char="■"/>
              <a:defRPr/>
            </a:lvl6pPr>
            <a:lvl7pPr marL="3200400" lvl="6" indent="-317500" rtl="0">
              <a:spcBef>
                <a:spcPts val="600"/>
              </a:spcBef>
              <a:spcAft>
                <a:spcPts val="0"/>
              </a:spcAft>
              <a:buSzPts val="1400"/>
              <a:buChar char="●"/>
              <a:defRPr/>
            </a:lvl7pPr>
            <a:lvl8pPr marL="3657600" lvl="7" indent="-317500" rtl="0">
              <a:spcBef>
                <a:spcPts val="600"/>
              </a:spcBef>
              <a:spcAft>
                <a:spcPts val="0"/>
              </a:spcAft>
              <a:buSzPts val="1400"/>
              <a:buChar char="○"/>
              <a:defRPr/>
            </a:lvl8pPr>
            <a:lvl9pPr marL="4114800" lvl="8" indent="-317500" rtl="0">
              <a:spcBef>
                <a:spcPts val="600"/>
              </a:spcBef>
              <a:spcAft>
                <a:spcPts val="600"/>
              </a:spcAft>
              <a:buSzPts val="1400"/>
              <a:buChar char="■"/>
              <a:defRPr/>
            </a:lvl9pPr>
          </a:lstStyle>
          <a:p>
            <a:endParaRPr dirty="0"/>
          </a:p>
        </p:txBody>
      </p:sp>
      <p:sp>
        <p:nvSpPr>
          <p:cNvPr id="24" name="Google Shape;24;p7"/>
          <p:cNvSpPr txBox="1">
            <a:spLocks noGrp="1"/>
          </p:cNvSpPr>
          <p:nvPr>
            <p:ph type="title"/>
          </p:nvPr>
        </p:nvSpPr>
        <p:spPr>
          <a:xfrm>
            <a:off x="292608" y="292608"/>
            <a:ext cx="8503800" cy="457200"/>
          </a:xfrm>
          <a:prstGeom prst="rect">
            <a:avLst/>
          </a:prstGeom>
        </p:spPr>
        <p:txBody>
          <a:bodyPr spcFirstLastPara="1" wrap="square" lIns="0" tIns="91425" rIns="0" bIns="91425" anchor="t" anchorCtr="0">
            <a:noAutofit/>
          </a:bodyPr>
          <a:lstStyle>
            <a:lvl1pPr lvl="0" rtl="0">
              <a:lnSpc>
                <a:spcPct val="85000"/>
              </a:lnSpc>
              <a:spcBef>
                <a:spcPts val="0"/>
              </a:spcBef>
              <a:spcAft>
                <a:spcPts val="0"/>
              </a:spcAft>
              <a:buClr>
                <a:schemeClr val="dk1"/>
              </a:buClr>
              <a:buSzPts val="3300"/>
              <a:buFont typeface="Inter"/>
              <a:buNone/>
              <a:defRPr sz="3300">
                <a:solidFill>
                  <a:schemeClr val="dk1"/>
                </a:solidFill>
                <a:latin typeface="HONOR Sans CN" panose="02000500000000000000" pitchFamily="2" charset="-122"/>
                <a:ea typeface="HONOR Sans CN" panose="02000500000000000000" pitchFamily="2" charset="-122"/>
                <a:cs typeface="HONOR Sans CN" panose="02000500000000000000" pitchFamily="2" charset="-122"/>
                <a:sym typeface="Inter"/>
              </a:defRPr>
            </a:lvl1pPr>
            <a:lvl2pPr lvl="1"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2pPr>
            <a:lvl3pPr lvl="2"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3pPr>
            <a:lvl4pPr lvl="3"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4pPr>
            <a:lvl5pPr lvl="4"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5pPr>
            <a:lvl6pPr lvl="5"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6pPr>
            <a:lvl7pPr lvl="6"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7pPr>
            <a:lvl8pPr lvl="7"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8pPr>
            <a:lvl9pPr lvl="8"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9pPr>
          </a:lstStyle>
          <a:p>
            <a:endParaRPr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slide 1">
  <p:cSld name="TITLE_1">
    <p:spTree>
      <p:nvGrpSpPr>
        <p:cNvPr id="1" name="Shape 25"/>
        <p:cNvGrpSpPr/>
        <p:nvPr/>
      </p:nvGrpSpPr>
      <p:grpSpPr>
        <a:xfrm>
          <a:off x="0" y="0"/>
          <a:ext cx="0" cy="0"/>
          <a:chOff x="0" y="0"/>
          <a:chExt cx="0" cy="0"/>
        </a:xfrm>
      </p:grpSpPr>
      <p:sp>
        <p:nvSpPr>
          <p:cNvPr id="26" name="Google Shape;26;p8"/>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Autofit/>
          </a:bodyPr>
          <a:lstStyle>
            <a:lvl1pPr lvl="0" algn="ctr" rtl="0">
              <a:lnSpc>
                <a:spcPct val="100000"/>
              </a:lnSpc>
              <a:spcBef>
                <a:spcPts val="0"/>
              </a:spcBef>
              <a:spcAft>
                <a:spcPts val="0"/>
              </a:spcAft>
              <a:buSzPts val="5200"/>
              <a:buNone/>
              <a:defRPr sz="5200">
                <a:latin typeface="HONOR Sans CN" panose="02000500000000000000" pitchFamily="2" charset="-122"/>
                <a:ea typeface="HONOR Sans CN" panose="02000500000000000000" pitchFamily="2" charset="-122"/>
              </a:defRPr>
            </a:lvl1pPr>
            <a:lvl2pPr lvl="1" algn="ctr" rtl="0">
              <a:lnSpc>
                <a:spcPct val="100000"/>
              </a:lnSpc>
              <a:spcBef>
                <a:spcPts val="0"/>
              </a:spcBef>
              <a:spcAft>
                <a:spcPts val="0"/>
              </a:spcAft>
              <a:buSzPts val="5200"/>
              <a:buNone/>
              <a:defRPr sz="5200"/>
            </a:lvl2pPr>
            <a:lvl3pPr lvl="2" algn="ctr" rtl="0">
              <a:lnSpc>
                <a:spcPct val="100000"/>
              </a:lnSpc>
              <a:spcBef>
                <a:spcPts val="0"/>
              </a:spcBef>
              <a:spcAft>
                <a:spcPts val="0"/>
              </a:spcAft>
              <a:buSzPts val="5200"/>
              <a:buNone/>
              <a:defRPr sz="5200"/>
            </a:lvl3pPr>
            <a:lvl4pPr lvl="3" algn="ctr" rtl="0">
              <a:lnSpc>
                <a:spcPct val="100000"/>
              </a:lnSpc>
              <a:spcBef>
                <a:spcPts val="0"/>
              </a:spcBef>
              <a:spcAft>
                <a:spcPts val="0"/>
              </a:spcAft>
              <a:buSzPts val="5200"/>
              <a:buNone/>
              <a:defRPr sz="5200"/>
            </a:lvl4pPr>
            <a:lvl5pPr lvl="4" algn="ctr" rtl="0">
              <a:lnSpc>
                <a:spcPct val="100000"/>
              </a:lnSpc>
              <a:spcBef>
                <a:spcPts val="0"/>
              </a:spcBef>
              <a:spcAft>
                <a:spcPts val="0"/>
              </a:spcAft>
              <a:buSzPts val="5200"/>
              <a:buNone/>
              <a:defRPr sz="5200"/>
            </a:lvl5pPr>
            <a:lvl6pPr lvl="5" algn="ctr" rtl="0">
              <a:lnSpc>
                <a:spcPct val="100000"/>
              </a:lnSpc>
              <a:spcBef>
                <a:spcPts val="0"/>
              </a:spcBef>
              <a:spcAft>
                <a:spcPts val="0"/>
              </a:spcAft>
              <a:buSzPts val="5200"/>
              <a:buNone/>
              <a:defRPr sz="5200"/>
            </a:lvl6pPr>
            <a:lvl7pPr lvl="6" algn="ctr" rtl="0">
              <a:lnSpc>
                <a:spcPct val="100000"/>
              </a:lnSpc>
              <a:spcBef>
                <a:spcPts val="0"/>
              </a:spcBef>
              <a:spcAft>
                <a:spcPts val="0"/>
              </a:spcAft>
              <a:buSzPts val="5200"/>
              <a:buNone/>
              <a:defRPr sz="5200"/>
            </a:lvl7pPr>
            <a:lvl8pPr lvl="7" algn="ctr" rtl="0">
              <a:lnSpc>
                <a:spcPct val="100000"/>
              </a:lnSpc>
              <a:spcBef>
                <a:spcPts val="0"/>
              </a:spcBef>
              <a:spcAft>
                <a:spcPts val="0"/>
              </a:spcAft>
              <a:buSzPts val="5200"/>
              <a:buNone/>
              <a:defRPr sz="5200"/>
            </a:lvl8pPr>
            <a:lvl9pPr lvl="8" algn="ctr" rtl="0">
              <a:lnSpc>
                <a:spcPct val="100000"/>
              </a:lnSpc>
              <a:spcBef>
                <a:spcPts val="0"/>
              </a:spcBef>
              <a:spcAft>
                <a:spcPts val="0"/>
              </a:spcAft>
              <a:buSzPts val="5200"/>
              <a:buNone/>
              <a:defRPr sz="5200"/>
            </a:lvl9pPr>
          </a:lstStyle>
          <a:p>
            <a:endParaRPr dirty="0"/>
          </a:p>
        </p:txBody>
      </p:sp>
      <p:sp>
        <p:nvSpPr>
          <p:cNvPr id="27" name="Google Shape;27;p8"/>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2800"/>
              <a:buNone/>
              <a:defRPr sz="2800">
                <a:latin typeface="HONOR Sans CN" panose="02000500000000000000" pitchFamily="2" charset="-122"/>
                <a:ea typeface="HONOR Sans CN" panose="02000500000000000000" pitchFamily="2" charset="-122"/>
              </a:defRPr>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dirty="0"/>
          </a:p>
        </p:txBody>
      </p:sp>
      <p:sp>
        <p:nvSpPr>
          <p:cNvPr id="28" name="Google Shape;28;p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aleway"/>
                <a:ea typeface="Raleway"/>
                <a:cs typeface="Raleway"/>
                <a:sym typeface="Raleway"/>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aleway"/>
                <a:ea typeface="Raleway"/>
                <a:cs typeface="Raleway"/>
                <a:sym typeface="Raleway"/>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aleway"/>
                <a:ea typeface="Raleway"/>
                <a:cs typeface="Raleway"/>
                <a:sym typeface="Raleway"/>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aleway"/>
                <a:ea typeface="Raleway"/>
                <a:cs typeface="Raleway"/>
                <a:sym typeface="Raleway"/>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aleway"/>
                <a:ea typeface="Raleway"/>
                <a:cs typeface="Raleway"/>
                <a:sym typeface="Raleway"/>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aleway"/>
                <a:ea typeface="Raleway"/>
                <a:cs typeface="Raleway"/>
                <a:sym typeface="Raleway"/>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aleway"/>
                <a:ea typeface="Raleway"/>
                <a:cs typeface="Raleway"/>
                <a:sym typeface="Raleway"/>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aleway"/>
                <a:ea typeface="Raleway"/>
                <a:cs typeface="Raleway"/>
                <a:sym typeface="Raleway"/>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aleway"/>
                <a:ea typeface="Raleway"/>
                <a:cs typeface="Raleway"/>
                <a:sym typeface="Raleway"/>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9"/>
        <p:cNvGrpSpPr/>
        <p:nvPr/>
      </p:nvGrpSpPr>
      <p:grpSpPr>
        <a:xfrm>
          <a:off x="0" y="0"/>
          <a:ext cx="0" cy="0"/>
          <a:chOff x="0" y="0"/>
          <a:chExt cx="0" cy="0"/>
        </a:xfrm>
      </p:grpSpPr>
      <p:sp>
        <p:nvSpPr>
          <p:cNvPr id="30" name="Google Shape;30;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aleway"/>
                <a:ea typeface="Raleway"/>
                <a:cs typeface="Raleway"/>
                <a:sym typeface="Raleway"/>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aleway"/>
                <a:ea typeface="Raleway"/>
                <a:cs typeface="Raleway"/>
                <a:sym typeface="Raleway"/>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aleway"/>
                <a:ea typeface="Raleway"/>
                <a:cs typeface="Raleway"/>
                <a:sym typeface="Raleway"/>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aleway"/>
                <a:ea typeface="Raleway"/>
                <a:cs typeface="Raleway"/>
                <a:sym typeface="Raleway"/>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aleway"/>
                <a:ea typeface="Raleway"/>
                <a:cs typeface="Raleway"/>
                <a:sym typeface="Raleway"/>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aleway"/>
                <a:ea typeface="Raleway"/>
                <a:cs typeface="Raleway"/>
                <a:sym typeface="Raleway"/>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aleway"/>
                <a:ea typeface="Raleway"/>
                <a:cs typeface="Raleway"/>
                <a:sym typeface="Raleway"/>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aleway"/>
                <a:ea typeface="Raleway"/>
                <a:cs typeface="Raleway"/>
                <a:sym typeface="Raleway"/>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aleway"/>
                <a:ea typeface="Raleway"/>
                <a:cs typeface="Raleway"/>
                <a:sym typeface="Raleway"/>
              </a:defRPr>
            </a:lvl9pPr>
          </a:lstStyle>
          <a:p>
            <a:pPr marL="0" lvl="0" indent="0" algn="r" rtl="0">
              <a:spcBef>
                <a:spcPts val="0"/>
              </a:spcBef>
              <a:spcAft>
                <a:spcPts val="0"/>
              </a:spcAft>
              <a:buNone/>
            </a:pPr>
            <a:fld id="{00000000-1234-1234-1234-123412341234}" type="slidenum">
              <a:rPr lang="en"/>
              <a:t>‹#›</a:t>
            </a:fld>
            <a:endParaRPr/>
          </a:p>
        </p:txBody>
      </p:sp>
      <p:sp>
        <p:nvSpPr>
          <p:cNvPr id="31" name="Google Shape;31;p9"/>
          <p:cNvSpPr txBox="1">
            <a:spLocks noGrp="1"/>
          </p:cNvSpPr>
          <p:nvPr>
            <p:ph type="title"/>
          </p:nvPr>
        </p:nvSpPr>
        <p:spPr>
          <a:xfrm>
            <a:off x="292608" y="292608"/>
            <a:ext cx="8503800" cy="457200"/>
          </a:xfrm>
          <a:prstGeom prst="rect">
            <a:avLst/>
          </a:prstGeom>
        </p:spPr>
        <p:txBody>
          <a:bodyPr spcFirstLastPara="1" wrap="square" lIns="0" tIns="91425" rIns="0" bIns="91425" anchor="t" anchorCtr="0">
            <a:noAutofit/>
          </a:bodyPr>
          <a:lstStyle>
            <a:lvl1pPr lvl="0" rtl="0">
              <a:lnSpc>
                <a:spcPct val="85000"/>
              </a:lnSpc>
              <a:spcBef>
                <a:spcPts val="0"/>
              </a:spcBef>
              <a:spcAft>
                <a:spcPts val="0"/>
              </a:spcAft>
              <a:buClr>
                <a:schemeClr val="dk1"/>
              </a:buClr>
              <a:buSzPts val="3300"/>
              <a:buFont typeface="Inter"/>
              <a:buNone/>
              <a:defRPr sz="3300">
                <a:solidFill>
                  <a:schemeClr val="dk1"/>
                </a:solidFill>
                <a:latin typeface="HONOR Sans CN" panose="02000500000000000000" pitchFamily="2" charset="-122"/>
                <a:ea typeface="HONOR Sans CN" panose="02000500000000000000" pitchFamily="2" charset="-122"/>
                <a:cs typeface="HONOR Sans CN" panose="02000500000000000000" pitchFamily="2" charset="-122"/>
                <a:sym typeface="Inter"/>
              </a:defRPr>
            </a:lvl1pPr>
            <a:lvl2pPr lvl="1"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2pPr>
            <a:lvl3pPr lvl="2"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3pPr>
            <a:lvl4pPr lvl="3"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4pPr>
            <a:lvl5pPr lvl="4"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5pPr>
            <a:lvl6pPr lvl="5"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6pPr>
            <a:lvl7pPr lvl="6"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7pPr>
            <a:lvl8pPr lvl="7"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8pPr>
            <a:lvl9pPr lvl="8"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9pPr>
          </a:lstStyle>
          <a:p>
            <a:endParaRPr dirty="0"/>
          </a:p>
        </p:txBody>
      </p:sp>
      <p:sp>
        <p:nvSpPr>
          <p:cNvPr id="32" name="Google Shape;32;p9"/>
          <p:cNvSpPr txBox="1">
            <a:spLocks noGrp="1"/>
          </p:cNvSpPr>
          <p:nvPr>
            <p:ph type="body" idx="1"/>
          </p:nvPr>
        </p:nvSpPr>
        <p:spPr>
          <a:xfrm>
            <a:off x="292608" y="1335024"/>
            <a:ext cx="8419800" cy="2615400"/>
          </a:xfrm>
          <a:prstGeom prst="rect">
            <a:avLst/>
          </a:prstGeom>
        </p:spPr>
        <p:txBody>
          <a:bodyPr spcFirstLastPara="1" wrap="square" lIns="0" tIns="73150" rIns="0" bIns="0" anchor="t" anchorCtr="0">
            <a:noAutofit/>
          </a:bodyPr>
          <a:lstStyle>
            <a:lvl1pPr marL="457200" lvl="0" indent="-317500" rtl="0">
              <a:lnSpc>
                <a:spcPct val="115000"/>
              </a:lnSpc>
              <a:spcBef>
                <a:spcPts val="0"/>
              </a:spcBef>
              <a:spcAft>
                <a:spcPts val="0"/>
              </a:spcAft>
              <a:buClr>
                <a:schemeClr val="dk1"/>
              </a:buClr>
              <a:buSzPts val="1400"/>
              <a:buFont typeface="Open Sans"/>
              <a:buChar char="●"/>
              <a:defRPr sz="1400">
                <a:solidFill>
                  <a:schemeClr val="dk1"/>
                </a:solidFill>
                <a:latin typeface="HONOR Sans CN" panose="02000500000000000000" pitchFamily="2" charset="-122"/>
                <a:ea typeface="HONOR Sans CN" panose="02000500000000000000" pitchFamily="2" charset="-122"/>
                <a:cs typeface="Open Sans"/>
                <a:sym typeface="Open Sans"/>
              </a:defRPr>
            </a:lvl1pPr>
            <a:lvl2pPr marL="914400" lvl="1" indent="-317500" rtl="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2pPr>
            <a:lvl3pPr marL="1371600" lvl="2" indent="-317500" rtl="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3pPr>
            <a:lvl4pPr marL="1828800" lvl="3" indent="-317500" rtl="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4pPr>
            <a:lvl5pPr marL="2286000" lvl="4" indent="-317500" rtl="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5pPr>
            <a:lvl6pPr marL="2743200" lvl="5" indent="-317500" rtl="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6pPr>
            <a:lvl7pPr marL="3200400" lvl="6" indent="-317500" rtl="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7pPr>
            <a:lvl8pPr marL="3657600" lvl="7" indent="-317500" rtl="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8pPr>
            <a:lvl9pPr marL="4114800" lvl="8" indent="-317500" rtl="0">
              <a:lnSpc>
                <a:spcPct val="115000"/>
              </a:lnSpc>
              <a:spcBef>
                <a:spcPts val="600"/>
              </a:spcBef>
              <a:spcAft>
                <a:spcPts val="600"/>
              </a:spcAft>
              <a:buClr>
                <a:schemeClr val="dk1"/>
              </a:buClr>
              <a:buSzPts val="1400"/>
              <a:buFont typeface="Open Sans"/>
              <a:buChar char="■"/>
              <a:defRPr sz="1400">
                <a:solidFill>
                  <a:schemeClr val="dk1"/>
                </a:solidFill>
                <a:latin typeface="Open Sans"/>
                <a:ea typeface="Open Sans"/>
                <a:cs typeface="Open Sans"/>
                <a:sym typeface="Open Sans"/>
              </a:defRPr>
            </a:lvl9pPr>
          </a:lstStyle>
          <a:p>
            <a:endParaRPr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no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292608" y="292608"/>
            <a:ext cx="8503800" cy="457200"/>
          </a:xfrm>
          <a:prstGeom prst="rect">
            <a:avLst/>
          </a:prstGeom>
          <a:noFill/>
          <a:ln>
            <a:noFill/>
          </a:ln>
        </p:spPr>
        <p:txBody>
          <a:bodyPr spcFirstLastPara="1" wrap="square" lIns="0" tIns="91425" rIns="0" bIns="91425" anchor="t" anchorCtr="0">
            <a:noAutofit/>
          </a:bodyPr>
          <a:lstStyle>
            <a:lvl1pPr lv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1pPr>
            <a:lvl2pPr lvl="1">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2pPr>
            <a:lvl3pPr lvl="2">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3pPr>
            <a:lvl4pPr lvl="3">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4pPr>
            <a:lvl5pPr lvl="4">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5pPr>
            <a:lvl6pPr lvl="5">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6pPr>
            <a:lvl7pPr lvl="6">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7pPr>
            <a:lvl8pPr lvl="7">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8pPr>
            <a:lvl9pPr lvl="8">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9pPr>
          </a:lstStyle>
          <a:p>
            <a:endParaRPr dirty="0"/>
          </a:p>
        </p:txBody>
      </p:sp>
      <p:sp>
        <p:nvSpPr>
          <p:cNvPr id="7" name="Google Shape;7;p1"/>
          <p:cNvSpPr txBox="1">
            <a:spLocks noGrp="1"/>
          </p:cNvSpPr>
          <p:nvPr>
            <p:ph type="body" idx="1"/>
          </p:nvPr>
        </p:nvSpPr>
        <p:spPr>
          <a:xfrm>
            <a:off x="292608" y="1335024"/>
            <a:ext cx="8419800" cy="2615400"/>
          </a:xfrm>
          <a:prstGeom prst="rect">
            <a:avLst/>
          </a:prstGeom>
          <a:noFill/>
          <a:ln>
            <a:noFill/>
          </a:ln>
        </p:spPr>
        <p:txBody>
          <a:bodyPr spcFirstLastPara="1" wrap="square" lIns="0" tIns="73150" rIns="0" bIns="0" anchor="t" anchorCtr="0">
            <a:noAutofit/>
          </a:bodyPr>
          <a:lstStyle>
            <a:lvl1pPr marL="457200" lvl="0" indent="-317500">
              <a:lnSpc>
                <a:spcPct val="115000"/>
              </a:lnSpc>
              <a:spcBef>
                <a:spcPts val="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1pPr>
            <a:lvl2pPr marL="914400" lvl="1" indent="-31750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2pPr>
            <a:lvl3pPr marL="1371600" lvl="2" indent="-31750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3pPr>
            <a:lvl4pPr marL="1828800" lvl="3" indent="-31750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4pPr>
            <a:lvl5pPr marL="2286000" lvl="4" indent="-31750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5pPr>
            <a:lvl6pPr marL="2743200" lvl="5" indent="-31750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6pPr>
            <a:lvl7pPr marL="3200400" lvl="6" indent="-31750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7pPr>
            <a:lvl8pPr marL="3657600" lvl="7" indent="-31750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8pPr>
            <a:lvl9pPr marL="4114800" lvl="8" indent="-317500">
              <a:lnSpc>
                <a:spcPct val="115000"/>
              </a:lnSpc>
              <a:spcBef>
                <a:spcPts val="600"/>
              </a:spcBef>
              <a:spcAft>
                <a:spcPts val="600"/>
              </a:spcAft>
              <a:buClr>
                <a:schemeClr val="dk1"/>
              </a:buClr>
              <a:buSzPts val="1400"/>
              <a:buFont typeface="Open Sans"/>
              <a:buChar char="■"/>
              <a:defRPr sz="1400">
                <a:solidFill>
                  <a:schemeClr val="dk1"/>
                </a:solidFill>
                <a:latin typeface="Open Sans"/>
                <a:ea typeface="Open Sans"/>
                <a:cs typeface="Open Sans"/>
                <a:sym typeface="Open Sans"/>
              </a:defRPr>
            </a:lvl9pPr>
          </a:lstStyle>
          <a:p>
            <a:endParaRPr dirty="0"/>
          </a:p>
        </p:txBody>
      </p:sp>
      <p:sp>
        <p:nvSpPr>
          <p:cNvPr id="8" name="Google Shape;8;p1"/>
          <p:cNvSpPr txBox="1">
            <a:spLocks noGrp="1"/>
          </p:cNvSpPr>
          <p:nvPr>
            <p:ph type="sldNum" idx="12"/>
          </p:nvPr>
        </p:nvSpPr>
        <p:spPr>
          <a:xfrm>
            <a:off x="8183880" y="4114800"/>
            <a:ext cx="548700" cy="393600"/>
          </a:xfrm>
          <a:prstGeom prst="rect">
            <a:avLst/>
          </a:prstGeom>
          <a:noFill/>
          <a:ln>
            <a:noFill/>
          </a:ln>
        </p:spPr>
        <p:txBody>
          <a:bodyPr spcFirstLastPara="1" wrap="square" lIns="0" tIns="91425" rIns="0" bIns="91425" anchor="ctr" anchorCtr="0">
            <a:noAutofit/>
          </a:bodyPr>
          <a:lstStyle>
            <a:lvl1pPr lvl="0" algn="r">
              <a:buNone/>
              <a:defRPr sz="1000">
                <a:solidFill>
                  <a:schemeClr val="dk2"/>
                </a:solidFill>
                <a:latin typeface="HONOR Sans CN" panose="02000500000000000000" pitchFamily="2" charset="-122"/>
                <a:ea typeface="HONOR Sans CN" panose="02000500000000000000" pitchFamily="2" charset="-122"/>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fld id="{00000000-1234-1234-1234-123412341234}" type="slidenum">
              <a:rPr lang="en" smtClean="0"/>
              <a:pPr/>
              <a:t>‹#›</a:t>
            </a:fld>
            <a:endParaRPr lang="en" dirty="0"/>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HONOR Sans CN" panose="02000500000000000000" pitchFamily="2" charset="-122"/>
          <a:ea typeface="HONOR Sans CN" panose="02000500000000000000" pitchFamily="2" charset="-122"/>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HONOR Sans CN" panose="02000500000000000000" pitchFamily="2" charset="-122"/>
          <a:ea typeface="HONOR Sans CN" panose="02000500000000000000" pitchFamily="2" charset="-122"/>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432">
          <p15:clr>
            <a:srgbClr val="EA4335"/>
          </p15:clr>
        </p15:guide>
        <p15:guide id="2" pos="259">
          <p15:clr>
            <a:srgbClr val="EA4335"/>
          </p15:clr>
        </p15:guide>
        <p15:guide id="3" pos="1037">
          <p15:clr>
            <a:srgbClr val="EA4335"/>
          </p15:clr>
        </p15:guide>
        <p15:guide id="4" pos="1152">
          <p15:clr>
            <a:srgbClr val="EA4335"/>
          </p15:clr>
        </p15:guide>
        <p15:guide id="5" pos="1930">
          <p15:clr>
            <a:srgbClr val="EA4335"/>
          </p15:clr>
        </p15:guide>
        <p15:guide id="6" pos="2045">
          <p15:clr>
            <a:srgbClr val="EA4335"/>
          </p15:clr>
        </p15:guide>
        <p15:guide id="7" pos="2822">
          <p15:clr>
            <a:srgbClr val="EA4335"/>
          </p15:clr>
        </p15:guide>
        <p15:guide id="8" pos="2938">
          <p15:clr>
            <a:srgbClr val="EA4335"/>
          </p15:clr>
        </p15:guide>
        <p15:guide id="9" pos="3715">
          <p15:clr>
            <a:srgbClr val="EA4335"/>
          </p15:clr>
        </p15:guide>
        <p15:guide id="10" pos="3830">
          <p15:clr>
            <a:srgbClr val="EA4335"/>
          </p15:clr>
        </p15:guide>
        <p15:guide id="11" pos="4608">
          <p15:clr>
            <a:srgbClr val="EA4335"/>
          </p15:clr>
        </p15:guide>
        <p15:guide id="12" pos="4723">
          <p15:clr>
            <a:srgbClr val="EA4335"/>
          </p15:clr>
        </p15:guide>
        <p15:guide id="13" pos="5501">
          <p15:clr>
            <a:srgbClr val="EA4335"/>
          </p15:clr>
        </p15:guide>
        <p15:guide id="14" orient="horz" pos="582">
          <p15:clr>
            <a:srgbClr val="EA4335"/>
          </p15:clr>
        </p15:guide>
        <p15:guide id="15" orient="horz" pos="732">
          <p15:clr>
            <a:srgbClr val="EA4335"/>
          </p15:clr>
        </p15:guide>
        <p15:guide id="16" orient="horz" pos="881">
          <p15:clr>
            <a:srgbClr val="EA4335"/>
          </p15:clr>
        </p15:guide>
        <p15:guide id="17" orient="horz" pos="1031">
          <p15:clr>
            <a:srgbClr val="EA4335"/>
          </p15:clr>
        </p15:guide>
        <p15:guide id="18" orient="horz" pos="1181">
          <p15:clr>
            <a:srgbClr val="EA4335"/>
          </p15:clr>
        </p15:guide>
        <p15:guide id="19" orient="horz" pos="1331">
          <p15:clr>
            <a:srgbClr val="EA4335"/>
          </p15:clr>
        </p15:guide>
        <p15:guide id="20" orient="horz" pos="1480">
          <p15:clr>
            <a:srgbClr val="EA4335"/>
          </p15:clr>
        </p15:guide>
        <p15:guide id="21" orient="horz" pos="1630">
          <p15:clr>
            <a:srgbClr val="EA4335"/>
          </p15:clr>
        </p15:guide>
        <p15:guide id="22" orient="horz" pos="1780">
          <p15:clr>
            <a:srgbClr val="EA4335"/>
          </p15:clr>
        </p15:guide>
        <p15:guide id="23" orient="horz" pos="1930">
          <p15:clr>
            <a:srgbClr val="EA4335"/>
          </p15:clr>
        </p15:guide>
        <p15:guide id="24" orient="horz" pos="2079">
          <p15:clr>
            <a:srgbClr val="EA4335"/>
          </p15:clr>
        </p15:guide>
        <p15:guide id="25" orient="horz" pos="2229">
          <p15:clr>
            <a:srgbClr val="EA4335"/>
          </p15:clr>
        </p15:guide>
        <p15:guide id="26" orient="horz" pos="2379">
          <p15:clr>
            <a:srgbClr val="EA4335"/>
          </p15:clr>
        </p15:guide>
        <p15:guide id="27" orient="horz" pos="2529">
          <p15:clr>
            <a:srgbClr val="EA4335"/>
          </p15:clr>
        </p15:guide>
        <p15:guide id="28" orient="horz" pos="2678">
          <p15:clr>
            <a:srgbClr val="EA4335"/>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5.xml"/><Relationship Id="rId4" Type="http://schemas.openxmlformats.org/officeDocument/2006/relationships/hyperlink" Target="https://twitter.com/kotlin"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8.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3" Type="http://schemas.openxmlformats.org/officeDocument/2006/relationships/hyperlink" Target="https://kotlinlang.org/api/latest/jvm/stdlib/kotlin/let.html" TargetMode="External"/><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3" Type="http://schemas.openxmlformats.org/officeDocument/2006/relationships/hyperlink" Target="https://kotlinlang.org/api/latest/jvm/stdlib/kotlin/-not-implemented-error/index.html" TargetMode="External"/><Relationship Id="rId2" Type="http://schemas.openxmlformats.org/officeDocument/2006/relationships/notesSlide" Target="../notesSlides/notesSlide22.xml"/><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3" Type="http://schemas.openxmlformats.org/officeDocument/2006/relationships/hyperlink" Target="https://kotlinlang.org/" TargetMode="External"/><Relationship Id="rId2" Type="http://schemas.openxmlformats.org/officeDocument/2006/relationships/notesSlide" Target="../notesSlides/notesSlide25.xml"/><Relationship Id="rId1" Type="http://schemas.openxmlformats.org/officeDocument/2006/relationships/slideLayout" Target="../slideLayouts/slideLayout8.xml"/><Relationship Id="rId5" Type="http://schemas.openxmlformats.org/officeDocument/2006/relationships/hyperlink" Target="https://play.kotlinlang.org/byExample" TargetMode="External"/><Relationship Id="rId4" Type="http://schemas.openxmlformats.org/officeDocument/2006/relationships/hyperlink" Target="https://kotlinlang.org/docs" TargetMode="External"/></Relationships>
</file>

<file path=ppt/slides/_rels/slide26.xml.rels><?xml version="1.0" encoding="UTF-8" standalone="yes"?>
<Relationships xmlns="http://schemas.openxmlformats.org/package/2006/relationships"><Relationship Id="rId3" Type="http://schemas.openxmlformats.org/officeDocument/2006/relationships/hyperlink" Target="https://twitter.com/kotlin" TargetMode="External"/><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6"/>
        <p:cNvGrpSpPr/>
        <p:nvPr/>
      </p:nvGrpSpPr>
      <p:grpSpPr>
        <a:xfrm>
          <a:off x="0" y="0"/>
          <a:ext cx="0" cy="0"/>
          <a:chOff x="0" y="0"/>
          <a:chExt cx="0" cy="0"/>
        </a:xfrm>
      </p:grpSpPr>
      <p:pic>
        <p:nvPicPr>
          <p:cNvPr id="37" name="Google Shape;37;p10"/>
          <p:cNvPicPr preferRelativeResize="0"/>
          <p:nvPr/>
        </p:nvPicPr>
        <p:blipFill>
          <a:blip r:embed="rId3">
            <a:alphaModFix/>
          </a:blip>
          <a:stretch>
            <a:fillRect/>
          </a:stretch>
        </p:blipFill>
        <p:spPr>
          <a:xfrm>
            <a:off x="315075" y="332279"/>
            <a:ext cx="596400" cy="298200"/>
          </a:xfrm>
          <a:prstGeom prst="rect">
            <a:avLst/>
          </a:prstGeom>
          <a:noFill/>
          <a:ln>
            <a:noFill/>
          </a:ln>
        </p:spPr>
      </p:pic>
      <p:sp>
        <p:nvSpPr>
          <p:cNvPr id="38" name="Google Shape;38;p10"/>
          <p:cNvSpPr txBox="1"/>
          <p:nvPr/>
        </p:nvSpPr>
        <p:spPr>
          <a:xfrm>
            <a:off x="923472" y="257347"/>
            <a:ext cx="2563800" cy="298200"/>
          </a:xfrm>
          <a:prstGeom prst="rect">
            <a:avLst/>
          </a:prstGeom>
          <a:noFill/>
          <a:ln>
            <a:noFill/>
          </a:ln>
        </p:spPr>
        <p:txBody>
          <a:bodyPr spcFirstLastPara="1" wrap="square" lIns="91425" tIns="91425" rIns="91425" bIns="91425" anchor="t" anchorCtr="0">
            <a:noAutofit/>
          </a:bodyPr>
          <a:lstStyle/>
          <a:p>
            <a:pPr marL="0" lvl="0" indent="0" algn="l" rtl="0">
              <a:lnSpc>
                <a:spcPct val="105000"/>
              </a:lnSpc>
              <a:spcBef>
                <a:spcPts val="0"/>
              </a:spcBef>
              <a:spcAft>
                <a:spcPts val="0"/>
              </a:spcAft>
              <a:buClr>
                <a:srgbClr val="000000"/>
              </a:buClr>
              <a:buSzPts val="1100"/>
              <a:buFont typeface="Arial"/>
              <a:buNone/>
            </a:pPr>
            <a:r>
              <a:rPr lang="en" sz="1700" dirty="0">
                <a:solidFill>
                  <a:srgbClr val="FFFFFF"/>
                </a:solidFill>
                <a:latin typeface="HONOR Sans CN" panose="02000500000000000000" pitchFamily="2" charset="-122"/>
                <a:ea typeface="HONOR Sans CN" panose="02000500000000000000" pitchFamily="2" charset="-122"/>
                <a:cs typeface="Inter"/>
                <a:sym typeface="Inter"/>
              </a:rPr>
              <a:t>Kotlin</a:t>
            </a:r>
            <a:endParaRPr sz="1700" dirty="0">
              <a:solidFill>
                <a:srgbClr val="FFFFFF"/>
              </a:solidFill>
              <a:latin typeface="HONOR Sans CN" panose="02000500000000000000" pitchFamily="2" charset="-122"/>
              <a:ea typeface="HONOR Sans CN" panose="02000500000000000000" pitchFamily="2" charset="-122"/>
              <a:cs typeface="Inter"/>
              <a:sym typeface="Inter"/>
            </a:endParaRPr>
          </a:p>
        </p:txBody>
      </p:sp>
      <p:sp>
        <p:nvSpPr>
          <p:cNvPr id="39" name="Google Shape;39;p10"/>
          <p:cNvSpPr txBox="1"/>
          <p:nvPr/>
        </p:nvSpPr>
        <p:spPr>
          <a:xfrm>
            <a:off x="886825" y="1012500"/>
            <a:ext cx="7275000" cy="1907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n" sz="4800" dirty="0">
                <a:solidFill>
                  <a:srgbClr val="FFFFFF"/>
                </a:solidFill>
                <a:latin typeface="HONOR Sans CN" panose="02000500000000000000" pitchFamily="2" charset="-122"/>
                <a:ea typeface="HONOR Sans CN" panose="02000500000000000000" pitchFamily="2" charset="-122"/>
                <a:cs typeface="Inter"/>
                <a:sym typeface="Inter"/>
              </a:rPr>
              <a:t>Kotlin </a:t>
            </a:r>
            <a:r>
              <a:rPr lang="zh-CN" altLang="en-US" sz="4800" dirty="0">
                <a:solidFill>
                  <a:srgbClr val="FFFFFF"/>
                </a:solidFill>
                <a:latin typeface="HONOR Sans CN" panose="02000500000000000000" pitchFamily="2" charset="-122"/>
                <a:ea typeface="HONOR Sans CN" panose="02000500000000000000" pitchFamily="2" charset="-122"/>
                <a:cs typeface="Inter"/>
                <a:sym typeface="Inter"/>
              </a:rPr>
              <a:t>入门</a:t>
            </a:r>
            <a:endParaRPr sz="4800" dirty="0">
              <a:solidFill>
                <a:srgbClr val="FFFFFF"/>
              </a:solidFill>
              <a:latin typeface="HONOR Sans CN" panose="02000500000000000000" pitchFamily="2" charset="-122"/>
              <a:ea typeface="HONOR Sans CN" panose="02000500000000000000" pitchFamily="2" charset="-122"/>
              <a:cs typeface="Inter"/>
              <a:sym typeface="Inter"/>
            </a:endParaRPr>
          </a:p>
        </p:txBody>
      </p:sp>
      <p:sp>
        <p:nvSpPr>
          <p:cNvPr id="40" name="Google Shape;40;p10">
            <a:hlinkClick r:id="rId4"/>
          </p:cNvPr>
          <p:cNvSpPr txBox="1"/>
          <p:nvPr/>
        </p:nvSpPr>
        <p:spPr>
          <a:xfrm>
            <a:off x="238875" y="4469150"/>
            <a:ext cx="2166600" cy="451200"/>
          </a:xfrm>
          <a:prstGeom prst="rect">
            <a:avLst/>
          </a:prstGeom>
          <a:noFill/>
          <a:ln>
            <a:noFill/>
          </a:ln>
        </p:spPr>
        <p:txBody>
          <a:bodyPr spcFirstLastPara="1" wrap="square" lIns="91425" tIns="91425" rIns="91425" bIns="91425" anchor="b" anchorCtr="0">
            <a:noAutofit/>
          </a:bodyPr>
          <a:lstStyle/>
          <a:p>
            <a:pPr marL="0" lvl="0" indent="0" algn="l" rtl="0">
              <a:lnSpc>
                <a:spcPct val="105000"/>
              </a:lnSpc>
              <a:spcBef>
                <a:spcPts val="0"/>
              </a:spcBef>
              <a:spcAft>
                <a:spcPts val="0"/>
              </a:spcAft>
              <a:buNone/>
            </a:pPr>
            <a:r>
              <a:rPr lang="en" sz="1700" dirty="0">
                <a:solidFill>
                  <a:srgbClr val="B7B7B7"/>
                </a:solidFill>
                <a:latin typeface="HONOR Sans CN" panose="02000500000000000000" pitchFamily="2" charset="-122"/>
                <a:ea typeface="HONOR Sans CN" panose="02000500000000000000" pitchFamily="2" charset="-122"/>
                <a:cs typeface="Inter"/>
                <a:sym typeface="Inter"/>
              </a:rPr>
              <a:t>@kotlin</a:t>
            </a:r>
            <a:endParaRPr sz="1700" dirty="0">
              <a:solidFill>
                <a:srgbClr val="B7B7B7"/>
              </a:solidFill>
              <a:latin typeface="HONOR Sans CN" panose="02000500000000000000" pitchFamily="2" charset="-122"/>
              <a:ea typeface="HONOR Sans CN" panose="02000500000000000000" pitchFamily="2" charset="-122"/>
              <a:cs typeface="Inter"/>
              <a:sym typeface="Inter"/>
            </a:endParaRPr>
          </a:p>
        </p:txBody>
      </p:sp>
      <p:sp>
        <p:nvSpPr>
          <p:cNvPr id="41" name="Google Shape;41;p10"/>
          <p:cNvSpPr txBox="1"/>
          <p:nvPr/>
        </p:nvSpPr>
        <p:spPr>
          <a:xfrm>
            <a:off x="1079350" y="4469150"/>
            <a:ext cx="3967800" cy="451200"/>
          </a:xfrm>
          <a:prstGeom prst="rect">
            <a:avLst/>
          </a:prstGeom>
          <a:noFill/>
          <a:ln>
            <a:noFill/>
          </a:ln>
        </p:spPr>
        <p:txBody>
          <a:bodyPr spcFirstLastPara="1" wrap="square" lIns="91425" tIns="91425" rIns="91425" bIns="91425" anchor="b" anchorCtr="0">
            <a:noAutofit/>
          </a:bodyPr>
          <a:lstStyle/>
          <a:p>
            <a:pPr marL="0" lvl="0" indent="0" algn="l" rtl="0">
              <a:lnSpc>
                <a:spcPct val="105000"/>
              </a:lnSpc>
              <a:spcBef>
                <a:spcPts val="0"/>
              </a:spcBef>
              <a:spcAft>
                <a:spcPts val="0"/>
              </a:spcAft>
              <a:buNone/>
            </a:pPr>
            <a:r>
              <a:rPr lang="en" sz="1700" dirty="0">
                <a:solidFill>
                  <a:srgbClr val="B7B7B7"/>
                </a:solidFill>
                <a:latin typeface="HONOR Sans CN" panose="02000500000000000000" pitchFamily="2" charset="-122"/>
                <a:ea typeface="HONOR Sans CN" panose="02000500000000000000" pitchFamily="2" charset="-122"/>
                <a:cs typeface="Inter"/>
                <a:sym typeface="Inter"/>
              </a:rPr>
              <a:t>|  Developed by JetBrains </a:t>
            </a:r>
            <a:endParaRPr sz="1700" dirty="0">
              <a:solidFill>
                <a:srgbClr val="B7B7B7"/>
              </a:solidFill>
              <a:latin typeface="HONOR Sans CN" panose="02000500000000000000" pitchFamily="2" charset="-122"/>
              <a:ea typeface="HONOR Sans CN" panose="02000500000000000000" pitchFamily="2" charset="-122"/>
              <a:cs typeface="Inter"/>
              <a:sym typeface="Inte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5"/>
        <p:cNvGrpSpPr/>
        <p:nvPr/>
      </p:nvGrpSpPr>
      <p:grpSpPr>
        <a:xfrm>
          <a:off x="0" y="0"/>
          <a:ext cx="0" cy="0"/>
          <a:chOff x="0" y="0"/>
          <a:chExt cx="0" cy="0"/>
        </a:xfrm>
      </p:grpSpPr>
      <p:sp>
        <p:nvSpPr>
          <p:cNvPr id="46" name="Google Shape;46;p11"/>
          <p:cNvSpPr txBox="1">
            <a:spLocks noGrp="1"/>
          </p:cNvSpPr>
          <p:nvPr>
            <p:ph type="title"/>
          </p:nvPr>
        </p:nvSpPr>
        <p:spPr>
          <a:xfrm>
            <a:off x="292608" y="292608"/>
            <a:ext cx="8503800" cy="457200"/>
          </a:xfrm>
          <a:prstGeom prst="rect">
            <a:avLst/>
          </a:prstGeom>
          <a:noFill/>
          <a:ln>
            <a:noFill/>
          </a:ln>
        </p:spPr>
        <p:txBody>
          <a:bodyPr spcFirstLastPara="1" wrap="square" lIns="0" tIns="91425" rIns="0" bIns="91425" anchor="t" anchorCtr="0">
            <a:noAutofit/>
          </a:bodyPr>
          <a:lstStyle/>
          <a:p>
            <a:pPr marL="0" lvl="0" indent="0" algn="l" rtl="0">
              <a:spcBef>
                <a:spcPts val="0"/>
              </a:spcBef>
              <a:spcAft>
                <a:spcPts val="0"/>
              </a:spcAft>
              <a:buSzPts val="2400"/>
              <a:buNone/>
            </a:pPr>
            <a:r>
              <a:rPr lang="zh-CN" altLang="en-US" dirty="0"/>
              <a:t>为什么是</a:t>
            </a:r>
            <a:r>
              <a:rPr lang="en" dirty="0"/>
              <a:t> Kotlin</a:t>
            </a:r>
            <a:r>
              <a:rPr lang="zh-CN" altLang="en-US" dirty="0"/>
              <a:t>？</a:t>
            </a:r>
            <a:endParaRPr dirty="0"/>
          </a:p>
        </p:txBody>
      </p:sp>
      <p:sp>
        <p:nvSpPr>
          <p:cNvPr id="47" name="Google Shape;47;p11"/>
          <p:cNvSpPr txBox="1">
            <a:spLocks noGrp="1"/>
          </p:cNvSpPr>
          <p:nvPr>
            <p:ph type="body" idx="1"/>
          </p:nvPr>
        </p:nvSpPr>
        <p:spPr>
          <a:xfrm>
            <a:off x="292608" y="1335024"/>
            <a:ext cx="8419800" cy="2615400"/>
          </a:xfrm>
          <a:prstGeom prst="rect">
            <a:avLst/>
          </a:prstGeom>
        </p:spPr>
        <p:txBody>
          <a:bodyPr spcFirstLastPara="1" wrap="square" lIns="0" tIns="73150" rIns="0" bIns="0" anchor="t" anchorCtr="0">
            <a:noAutofit/>
          </a:bodyPr>
          <a:lstStyle/>
          <a:p>
            <a:pPr marL="457200" lvl="0" indent="-317500" algn="l" rtl="0">
              <a:lnSpc>
                <a:spcPct val="150000"/>
              </a:lnSpc>
              <a:spcBef>
                <a:spcPts val="0"/>
              </a:spcBef>
              <a:spcAft>
                <a:spcPts val="0"/>
              </a:spcAft>
              <a:buSzPts val="1400"/>
              <a:buChar char="●"/>
            </a:pPr>
            <a:r>
              <a:rPr lang="zh-CN" altLang="en-US" dirty="0"/>
              <a:t>表现力</a:t>
            </a:r>
            <a:r>
              <a:rPr lang="en-US" altLang="zh-CN" dirty="0"/>
              <a:t>/</a:t>
            </a:r>
            <a:r>
              <a:rPr lang="zh-CN" altLang="en-US" dirty="0"/>
              <a:t>简洁性</a:t>
            </a:r>
            <a:endParaRPr lang="en-US" altLang="zh-CN" dirty="0"/>
          </a:p>
          <a:p>
            <a:pPr marL="457200" lvl="0" indent="-317500" algn="l" rtl="0">
              <a:lnSpc>
                <a:spcPct val="150000"/>
              </a:lnSpc>
              <a:spcBef>
                <a:spcPts val="0"/>
              </a:spcBef>
              <a:spcAft>
                <a:spcPts val="0"/>
              </a:spcAft>
              <a:buSzPts val="1400"/>
              <a:buChar char="●"/>
            </a:pPr>
            <a:r>
              <a:rPr lang="zh-CN" altLang="en-US" dirty="0"/>
              <a:t>安全性</a:t>
            </a:r>
            <a:endParaRPr lang="en-US" altLang="zh-CN" dirty="0"/>
          </a:p>
          <a:p>
            <a:pPr marL="457200" lvl="0" indent="-317500" algn="l" rtl="0">
              <a:lnSpc>
                <a:spcPct val="150000"/>
              </a:lnSpc>
              <a:spcBef>
                <a:spcPts val="0"/>
              </a:spcBef>
              <a:spcAft>
                <a:spcPts val="0"/>
              </a:spcAft>
              <a:buSzPts val="1400"/>
              <a:buChar char="●"/>
            </a:pPr>
            <a:r>
              <a:rPr lang="zh-CN" altLang="en-US" dirty="0"/>
              <a:t>可移植性</a:t>
            </a:r>
            <a:r>
              <a:rPr lang="en-US" altLang="zh-CN" dirty="0"/>
              <a:t>/</a:t>
            </a:r>
            <a:r>
              <a:rPr lang="zh-CN" altLang="en-US" dirty="0"/>
              <a:t>兼容性</a:t>
            </a:r>
            <a:endParaRPr lang="en-US" altLang="zh-CN" dirty="0"/>
          </a:p>
          <a:p>
            <a:pPr marL="457200" lvl="0" indent="-317500" algn="l" rtl="0">
              <a:lnSpc>
                <a:spcPct val="150000"/>
              </a:lnSpc>
              <a:spcBef>
                <a:spcPts val="0"/>
              </a:spcBef>
              <a:spcAft>
                <a:spcPts val="0"/>
              </a:spcAft>
              <a:buSzPts val="1400"/>
              <a:buChar char="●"/>
            </a:pPr>
            <a:r>
              <a:rPr lang="zh-CN" altLang="en-US" dirty="0"/>
              <a:t>便捷性</a:t>
            </a:r>
            <a:endParaRPr lang="en-US" altLang="zh-CN" dirty="0"/>
          </a:p>
          <a:p>
            <a:pPr marL="457200" lvl="0" indent="-317500" algn="l" rtl="0">
              <a:lnSpc>
                <a:spcPct val="150000"/>
              </a:lnSpc>
              <a:spcBef>
                <a:spcPts val="0"/>
              </a:spcBef>
              <a:spcAft>
                <a:spcPts val="0"/>
              </a:spcAft>
              <a:buSzPts val="1400"/>
              <a:buChar char="●"/>
            </a:pPr>
            <a:r>
              <a:rPr lang="zh-CN" altLang="en-US" dirty="0"/>
              <a:t>高质量集成开发环境支持</a:t>
            </a:r>
            <a:endParaRPr lang="en-US" altLang="zh-CN" dirty="0"/>
          </a:p>
          <a:p>
            <a:pPr marL="457200" lvl="0" indent="-317500" algn="l" rtl="0">
              <a:lnSpc>
                <a:spcPct val="150000"/>
              </a:lnSpc>
              <a:spcBef>
                <a:spcPts val="0"/>
              </a:spcBef>
              <a:spcAft>
                <a:spcPts val="0"/>
              </a:spcAft>
              <a:buSzPts val="1400"/>
              <a:buChar char="●"/>
            </a:pPr>
            <a:r>
              <a:rPr lang="zh-CN" altLang="en-US" dirty="0"/>
              <a:t>社区</a:t>
            </a:r>
            <a:endParaRPr lang="en-US" altLang="zh-CN" dirty="0"/>
          </a:p>
          <a:p>
            <a:pPr marL="457200" lvl="0" indent="-317500" algn="l" rtl="0">
              <a:lnSpc>
                <a:spcPct val="150000"/>
              </a:lnSpc>
              <a:spcBef>
                <a:spcPts val="0"/>
              </a:spcBef>
              <a:spcAft>
                <a:spcPts val="0"/>
              </a:spcAft>
              <a:buSzPts val="1400"/>
              <a:buChar char="●"/>
            </a:pPr>
            <a:r>
              <a:rPr lang="en-US" altLang="zh-CN" dirty="0"/>
              <a:t>Android </a:t>
            </a:r>
            <a:r>
              <a:rPr lang="zh-CN" altLang="en-US" dirty="0"/>
              <a:t>👀</a:t>
            </a:r>
            <a:endParaRPr lang="en-US" altLang="zh-CN" dirty="0"/>
          </a:p>
          <a:p>
            <a:pPr marL="457200" lvl="0" indent="-317500" algn="l" rtl="0">
              <a:lnSpc>
                <a:spcPct val="150000"/>
              </a:lnSpc>
              <a:spcBef>
                <a:spcPts val="0"/>
              </a:spcBef>
              <a:spcAft>
                <a:spcPts val="0"/>
              </a:spcAft>
              <a:buSzPts val="1400"/>
              <a:buChar char="●"/>
            </a:pPr>
            <a:r>
              <a:rPr lang="zh-CN" altLang="en-US" dirty="0"/>
              <a:t>超过 </a:t>
            </a:r>
            <a:r>
              <a:rPr lang="en-US" altLang="zh-CN" dirty="0"/>
              <a:t>10 </a:t>
            </a:r>
            <a:r>
              <a:rPr lang="zh-CN" altLang="en-US" dirty="0"/>
              <a:t>亿台设备运行 </a:t>
            </a:r>
            <a:r>
              <a:rPr lang="en-US" altLang="zh-CN" strike="sngStrike" dirty="0"/>
              <a:t>Java</a:t>
            </a:r>
            <a:r>
              <a:rPr lang="en-US" altLang="zh-CN" dirty="0"/>
              <a:t> Kotlin</a:t>
            </a:r>
          </a:p>
          <a:p>
            <a:pPr marL="457200" lvl="0" indent="-298450" algn="l" rtl="0">
              <a:lnSpc>
                <a:spcPct val="150000"/>
              </a:lnSpc>
              <a:spcBef>
                <a:spcPts val="0"/>
              </a:spcBef>
              <a:spcAft>
                <a:spcPts val="0"/>
              </a:spcAft>
              <a:buSzPts val="1100"/>
              <a:buChar char="●"/>
            </a:pPr>
            <a:r>
              <a:rPr lang="zh-CN" altLang="en-US" sz="1100" dirty="0"/>
              <a:t>无乳糖</a:t>
            </a:r>
            <a:endParaRPr lang="en-US" altLang="zh-CN" sz="1100" dirty="0"/>
          </a:p>
          <a:p>
            <a:pPr marL="457200" lvl="0" indent="-298450" algn="l" rtl="0">
              <a:lnSpc>
                <a:spcPct val="150000"/>
              </a:lnSpc>
              <a:spcBef>
                <a:spcPts val="0"/>
              </a:spcBef>
              <a:spcAft>
                <a:spcPts val="0"/>
              </a:spcAft>
              <a:buSzPts val="1100"/>
              <a:buChar char="●"/>
            </a:pPr>
            <a:r>
              <a:rPr lang="zh-CN" altLang="en-US" sz="1100" strike="sngStrike" dirty="0"/>
              <a:t>无糖</a:t>
            </a:r>
            <a:endParaRPr lang="en-US" altLang="zh-CN" sz="1100" strike="sngStrike" dirty="0"/>
          </a:p>
          <a:p>
            <a:pPr marL="457200" lvl="0" indent="-298450" algn="l" rtl="0">
              <a:lnSpc>
                <a:spcPct val="150000"/>
              </a:lnSpc>
              <a:spcBef>
                <a:spcPts val="0"/>
              </a:spcBef>
              <a:spcAft>
                <a:spcPts val="0"/>
              </a:spcAft>
              <a:buSzPts val="1100"/>
              <a:buChar char="●"/>
            </a:pPr>
            <a:r>
              <a:rPr lang="zh-CN" altLang="en-US" sz="1100" dirty="0"/>
              <a:t>无谷蛋白</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1"/>
        <p:cNvGrpSpPr/>
        <p:nvPr/>
      </p:nvGrpSpPr>
      <p:grpSpPr>
        <a:xfrm>
          <a:off x="0" y="0"/>
          <a:ext cx="0" cy="0"/>
          <a:chOff x="0" y="0"/>
          <a:chExt cx="0" cy="0"/>
        </a:xfrm>
      </p:grpSpPr>
      <p:sp>
        <p:nvSpPr>
          <p:cNvPr id="52" name="Google Shape;52;p12"/>
          <p:cNvSpPr txBox="1">
            <a:spLocks noGrp="1"/>
          </p:cNvSpPr>
          <p:nvPr>
            <p:ph type="title"/>
          </p:nvPr>
        </p:nvSpPr>
        <p:spPr>
          <a:xfrm>
            <a:off x="292608" y="292608"/>
            <a:ext cx="8503800" cy="457200"/>
          </a:xfrm>
          <a:prstGeom prst="rect">
            <a:avLst/>
          </a:prstGeom>
          <a:noFill/>
          <a:ln>
            <a:noFill/>
          </a:ln>
        </p:spPr>
        <p:txBody>
          <a:bodyPr spcFirstLastPara="1" wrap="square" lIns="0" tIns="91425" rIns="0" bIns="91425" anchor="t" anchorCtr="0">
            <a:noAutofit/>
          </a:bodyPr>
          <a:lstStyle/>
          <a:p>
            <a:pPr marL="0" lvl="0" indent="0" algn="l" rtl="0">
              <a:spcBef>
                <a:spcPts val="0"/>
              </a:spcBef>
              <a:spcAft>
                <a:spcPts val="0"/>
              </a:spcAft>
              <a:buSzPts val="2800"/>
              <a:buNone/>
            </a:pPr>
            <a:r>
              <a:rPr lang="en"/>
              <a:t>Logo</a:t>
            </a:r>
            <a:endParaRPr/>
          </a:p>
        </p:txBody>
      </p:sp>
      <p:pic>
        <p:nvPicPr>
          <p:cNvPr id="53" name="Google Shape;53;p12" descr="dFkQYemt-ie10qpdx2-FglgjUBnNYue-bL-D-BFbxEN1G2Ck12K1wsTqGeEQqtLjS2XBoRkAkfxtdL0qTwNP3uLzuGzmWQnVptYyT6p82_UYqBONRJqSgYZWzzhDZ0IMZtAm.png"/>
          <p:cNvPicPr preferRelativeResize="0"/>
          <p:nvPr/>
        </p:nvPicPr>
        <p:blipFill rotWithShape="1">
          <a:blip r:embed="rId3">
            <a:alphaModFix/>
          </a:blip>
          <a:srcRect/>
          <a:stretch/>
        </p:blipFill>
        <p:spPr>
          <a:xfrm>
            <a:off x="311712" y="1988950"/>
            <a:ext cx="1295296" cy="1165591"/>
          </a:xfrm>
          <a:prstGeom prst="rect">
            <a:avLst/>
          </a:prstGeom>
          <a:noFill/>
          <a:ln>
            <a:noFill/>
          </a:ln>
        </p:spPr>
      </p:pic>
      <p:pic>
        <p:nvPicPr>
          <p:cNvPr id="54" name="Google Shape;54;p12" descr="N39U6arNWDAgGrjSaRc7oZO6YVrcbjoAo2mJ4jw6-8pR8zKnDUMKDfjlvR3PV4mq9QcKnWnPt7qQTapZ4HTIxrKcAP3OuunoD0DcwTfxaduSbDLKgseF9uZD2DyX4ILXH9XE.png"/>
          <p:cNvPicPr preferRelativeResize="0"/>
          <p:nvPr/>
        </p:nvPicPr>
        <p:blipFill rotWithShape="1">
          <a:blip r:embed="rId4">
            <a:alphaModFix/>
          </a:blip>
          <a:srcRect/>
          <a:stretch/>
        </p:blipFill>
        <p:spPr>
          <a:xfrm>
            <a:off x="4993143" y="1988954"/>
            <a:ext cx="1350271" cy="1165591"/>
          </a:xfrm>
          <a:prstGeom prst="rect">
            <a:avLst/>
          </a:prstGeom>
          <a:noFill/>
          <a:ln>
            <a:noFill/>
          </a:ln>
        </p:spPr>
      </p:pic>
      <p:pic>
        <p:nvPicPr>
          <p:cNvPr id="55" name="Google Shape;55;p12"/>
          <p:cNvPicPr preferRelativeResize="0"/>
          <p:nvPr/>
        </p:nvPicPr>
        <p:blipFill rotWithShape="1">
          <a:blip r:embed="rId5">
            <a:alphaModFix/>
          </a:blip>
          <a:srcRect/>
          <a:stretch/>
        </p:blipFill>
        <p:spPr>
          <a:xfrm>
            <a:off x="7388850" y="1924100"/>
            <a:ext cx="1295299" cy="1295299"/>
          </a:xfrm>
          <a:prstGeom prst="rect">
            <a:avLst/>
          </a:prstGeom>
          <a:noFill/>
          <a:ln>
            <a:noFill/>
          </a:ln>
        </p:spPr>
      </p:pic>
      <p:cxnSp>
        <p:nvCxnSpPr>
          <p:cNvPr id="56" name="Google Shape;56;p12"/>
          <p:cNvCxnSpPr/>
          <p:nvPr/>
        </p:nvCxnSpPr>
        <p:spPr>
          <a:xfrm>
            <a:off x="1807175" y="2587750"/>
            <a:ext cx="427800" cy="0"/>
          </a:xfrm>
          <a:prstGeom prst="straightConnector1">
            <a:avLst/>
          </a:prstGeom>
          <a:noFill/>
          <a:ln w="19050" cap="flat" cmpd="sng">
            <a:solidFill>
              <a:srgbClr val="6554E8"/>
            </a:solidFill>
            <a:prstDash val="solid"/>
            <a:round/>
            <a:headEnd type="none" w="med" len="med"/>
            <a:tailEnd type="triangle" w="med" len="med"/>
          </a:ln>
        </p:spPr>
      </p:cxnSp>
      <p:pic>
        <p:nvPicPr>
          <p:cNvPr id="57" name="Google Shape;57;p12"/>
          <p:cNvPicPr preferRelativeResize="0"/>
          <p:nvPr/>
        </p:nvPicPr>
        <p:blipFill>
          <a:blip r:embed="rId6">
            <a:alphaModFix/>
          </a:blip>
          <a:stretch>
            <a:fillRect/>
          </a:stretch>
        </p:blipFill>
        <p:spPr>
          <a:xfrm>
            <a:off x="2464476" y="1912750"/>
            <a:ext cx="1727086" cy="1295300"/>
          </a:xfrm>
          <a:prstGeom prst="rect">
            <a:avLst/>
          </a:prstGeom>
          <a:noFill/>
          <a:ln>
            <a:noFill/>
          </a:ln>
        </p:spPr>
      </p:pic>
      <p:cxnSp>
        <p:nvCxnSpPr>
          <p:cNvPr id="58" name="Google Shape;58;p12"/>
          <p:cNvCxnSpPr/>
          <p:nvPr/>
        </p:nvCxnSpPr>
        <p:spPr>
          <a:xfrm>
            <a:off x="4284025" y="2587750"/>
            <a:ext cx="427800" cy="0"/>
          </a:xfrm>
          <a:prstGeom prst="straightConnector1">
            <a:avLst/>
          </a:prstGeom>
          <a:noFill/>
          <a:ln w="19050" cap="flat" cmpd="sng">
            <a:solidFill>
              <a:srgbClr val="6554E8"/>
            </a:solidFill>
            <a:prstDash val="solid"/>
            <a:round/>
            <a:headEnd type="none" w="med" len="med"/>
            <a:tailEnd type="triangle" w="med" len="med"/>
          </a:ln>
        </p:spPr>
      </p:cxnSp>
      <p:cxnSp>
        <p:nvCxnSpPr>
          <p:cNvPr id="59" name="Google Shape;59;p12"/>
          <p:cNvCxnSpPr/>
          <p:nvPr/>
        </p:nvCxnSpPr>
        <p:spPr>
          <a:xfrm>
            <a:off x="6652238" y="2587750"/>
            <a:ext cx="427800" cy="0"/>
          </a:xfrm>
          <a:prstGeom prst="straightConnector1">
            <a:avLst/>
          </a:prstGeom>
          <a:noFill/>
          <a:ln w="19050" cap="flat" cmpd="sng">
            <a:solidFill>
              <a:srgbClr val="6554E8"/>
            </a:solidFill>
            <a:prstDash val="solid"/>
            <a:round/>
            <a:headEnd type="none" w="med" len="med"/>
            <a:tailEnd type="triangle" w="med" len="med"/>
          </a:ln>
        </p:spPr>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3"/>
        <p:cNvGrpSpPr/>
        <p:nvPr/>
      </p:nvGrpSpPr>
      <p:grpSpPr>
        <a:xfrm>
          <a:off x="0" y="0"/>
          <a:ext cx="0" cy="0"/>
          <a:chOff x="0" y="0"/>
          <a:chExt cx="0" cy="0"/>
        </a:xfrm>
      </p:grpSpPr>
      <p:sp>
        <p:nvSpPr>
          <p:cNvPr id="64" name="Google Shape;64;p13"/>
          <p:cNvSpPr txBox="1">
            <a:spLocks noGrp="1"/>
          </p:cNvSpPr>
          <p:nvPr>
            <p:ph type="title"/>
          </p:nvPr>
        </p:nvSpPr>
        <p:spPr>
          <a:xfrm>
            <a:off x="292608" y="292608"/>
            <a:ext cx="8503800" cy="457200"/>
          </a:xfrm>
          <a:prstGeom prst="rect">
            <a:avLst/>
          </a:prstGeom>
          <a:noFill/>
          <a:ln>
            <a:noFill/>
          </a:ln>
        </p:spPr>
        <p:txBody>
          <a:bodyPr spcFirstLastPara="1" wrap="square" lIns="0" tIns="91425" rIns="0" bIns="91425" anchor="t" anchorCtr="0">
            <a:noAutofit/>
          </a:bodyPr>
          <a:lstStyle/>
          <a:p>
            <a:pPr marL="0" lvl="0" indent="0" algn="l" rtl="0">
              <a:spcBef>
                <a:spcPts val="0"/>
              </a:spcBef>
              <a:spcAft>
                <a:spcPts val="0"/>
              </a:spcAft>
              <a:buSzPts val="2800"/>
              <a:buNone/>
            </a:pPr>
            <a:r>
              <a:rPr lang="zh-CN" altLang="en-US" dirty="0"/>
              <a:t>命名</a:t>
            </a:r>
            <a:endParaRPr dirty="0"/>
          </a:p>
        </p:txBody>
      </p:sp>
      <p:pic>
        <p:nvPicPr>
          <p:cNvPr id="65" name="Google Shape;65;p13" descr="Hop3umQfyk6racARiD1-oosndlD6MNHy3l-CcgIxlFKK-8axoboWVvisE8uLIIZ2pPbf7Q5lII70LMRnVp3XrC0sxaNDmScqffEqkrpca_JLrJAuLI7_iecIUeREEQHvifMQ.png"/>
          <p:cNvPicPr preferRelativeResize="0"/>
          <p:nvPr/>
        </p:nvPicPr>
        <p:blipFill rotWithShape="1">
          <a:blip r:embed="rId3">
            <a:alphaModFix/>
          </a:blip>
          <a:srcRect/>
          <a:stretch/>
        </p:blipFill>
        <p:spPr>
          <a:xfrm>
            <a:off x="1217622" y="1336072"/>
            <a:ext cx="5120644" cy="2822753"/>
          </a:xfrm>
          <a:prstGeom prst="rect">
            <a:avLst/>
          </a:prstGeom>
          <a:noFill/>
          <a:ln>
            <a:noFill/>
          </a:ln>
        </p:spPr>
      </p:pic>
      <p:sp>
        <p:nvSpPr>
          <p:cNvPr id="66" name="Google Shape;66;p13"/>
          <p:cNvSpPr txBox="1">
            <a:spLocks noGrp="1"/>
          </p:cNvSpPr>
          <p:nvPr>
            <p:ph type="body" idx="4294967295"/>
          </p:nvPr>
        </p:nvSpPr>
        <p:spPr>
          <a:xfrm>
            <a:off x="2092888" y="4275050"/>
            <a:ext cx="5141100" cy="3681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SzPts val="1800"/>
              <a:buNone/>
            </a:pPr>
            <a:r>
              <a:rPr lang="en-US" altLang="zh-CN" sz="1400" dirty="0">
                <a:latin typeface="HONOR Sans CN" panose="02000500000000000000" pitchFamily="2" charset="-122"/>
                <a:ea typeface="HONOR Sans CN" panose="02000500000000000000" pitchFamily="2" charset="-122"/>
              </a:rPr>
              <a:t>Kotlin </a:t>
            </a:r>
            <a:r>
              <a:rPr lang="zh-CN" altLang="en-US" sz="1400" dirty="0">
                <a:latin typeface="HONOR Sans CN" panose="02000500000000000000" pitchFamily="2" charset="-122"/>
                <a:ea typeface="HONOR Sans CN" panose="02000500000000000000" pitchFamily="2" charset="-122"/>
              </a:rPr>
              <a:t>命名来源</a:t>
            </a:r>
            <a:r>
              <a:rPr lang="zh-CN" altLang="en-US" dirty="0">
                <a:latin typeface="HONOR Sans CN" panose="02000500000000000000" pitchFamily="2" charset="-122"/>
                <a:ea typeface="HONOR Sans CN" panose="02000500000000000000" pitchFamily="2" charset="-122"/>
              </a:rPr>
              <a:t>于</a:t>
            </a:r>
            <a:r>
              <a:rPr lang="zh-CN" altLang="en-US" sz="1400" dirty="0">
                <a:latin typeface="HONOR Sans CN" panose="02000500000000000000" pitchFamily="2" charset="-122"/>
                <a:ea typeface="HONOR Sans CN" panose="02000500000000000000" pitchFamily="2" charset="-122"/>
              </a:rPr>
              <a:t>芬兰湾的一个岛屿</a:t>
            </a:r>
            <a:endParaRPr sz="1400" dirty="0">
              <a:latin typeface="HONOR Sans CN" panose="02000500000000000000" pitchFamily="2" charset="-122"/>
              <a:ea typeface="HONOR Sans CN" panose="02000500000000000000" pitchFamily="2" charset="-122"/>
            </a:endParaRPr>
          </a:p>
        </p:txBody>
      </p:sp>
      <p:pic>
        <p:nvPicPr>
          <p:cNvPr id="67" name="Google Shape;67;p13" descr="ZNIZAL6eJIQDMxsA5WDCMSK8jf-gKapM6zyqwYYzvCgGrSEOqxagXep2tX2Fyg21GUBeRs5xszccRfmGkhHo4KxC6d_YAUfV0p6tUsD7c2cPAupl9if__J2FZMFnM2gr8UTr.png"/>
          <p:cNvPicPr preferRelativeResize="0"/>
          <p:nvPr/>
        </p:nvPicPr>
        <p:blipFill rotWithShape="1">
          <a:blip r:embed="rId4">
            <a:alphaModFix/>
          </a:blip>
          <a:srcRect l="17855" r="36940"/>
          <a:stretch/>
        </p:blipFill>
        <p:spPr>
          <a:xfrm>
            <a:off x="6108084" y="1095050"/>
            <a:ext cx="1818291" cy="268143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14"/>
          <p:cNvSpPr txBox="1">
            <a:spLocks noGrp="1"/>
          </p:cNvSpPr>
          <p:nvPr>
            <p:ph type="title"/>
          </p:nvPr>
        </p:nvSpPr>
        <p:spPr>
          <a:xfrm>
            <a:off x="292608" y="292608"/>
            <a:ext cx="8503800" cy="457200"/>
          </a:xfrm>
          <a:prstGeom prst="rect">
            <a:avLst/>
          </a:prstGeom>
          <a:noFill/>
          <a:ln>
            <a:noFill/>
          </a:ln>
        </p:spPr>
        <p:txBody>
          <a:bodyPr spcFirstLastPara="1" wrap="square" lIns="0" tIns="91425" rIns="0" bIns="91425" anchor="t" anchorCtr="0">
            <a:noAutofit/>
          </a:bodyPr>
          <a:lstStyle/>
          <a:p>
            <a:pPr marL="0" lvl="0" indent="0" algn="l" rtl="0">
              <a:spcBef>
                <a:spcPts val="0"/>
              </a:spcBef>
              <a:spcAft>
                <a:spcPts val="0"/>
              </a:spcAft>
              <a:buSzPts val="2800"/>
              <a:buNone/>
            </a:pPr>
            <a:r>
              <a:rPr lang="en" dirty="0"/>
              <a:t>Hello, world!</a:t>
            </a:r>
            <a:r>
              <a:rPr lang="zh-CN" altLang="en-US" dirty="0"/>
              <a:t>（你好，世界！）</a:t>
            </a:r>
            <a:endParaRPr dirty="0"/>
          </a:p>
        </p:txBody>
      </p:sp>
      <p:sp>
        <p:nvSpPr>
          <p:cNvPr id="73" name="Google Shape;73;p14"/>
          <p:cNvSpPr txBox="1">
            <a:spLocks noGrp="1"/>
          </p:cNvSpPr>
          <p:nvPr>
            <p:ph type="body" idx="1"/>
          </p:nvPr>
        </p:nvSpPr>
        <p:spPr>
          <a:xfrm>
            <a:off x="292608" y="1335024"/>
            <a:ext cx="8328900" cy="2377500"/>
          </a:xfrm>
          <a:prstGeom prst="rect">
            <a:avLst/>
          </a:prstGeom>
        </p:spPr>
        <p:txBody>
          <a:bodyPr spcFirstLastPara="1" wrap="square" lIns="0" tIns="73150" rIns="0" bIns="0" anchor="t" anchorCtr="0">
            <a:noAutofit/>
          </a:bodyPr>
          <a:lstStyle/>
          <a:p>
            <a:pPr marL="0" lvl="0" indent="0" algn="l" rtl="0">
              <a:lnSpc>
                <a:spcPct val="115000"/>
              </a:lnSpc>
              <a:spcBef>
                <a:spcPts val="0"/>
              </a:spcBef>
              <a:spcAft>
                <a:spcPts val="0"/>
              </a:spcAft>
              <a:buClr>
                <a:schemeClr val="dk1"/>
              </a:buClr>
              <a:buSzPts val="1100"/>
              <a:buFont typeface="Arial"/>
              <a:buNone/>
            </a:pPr>
            <a:r>
              <a:rPr lang="en" sz="1100" dirty="0">
                <a:solidFill>
                  <a:srgbClr val="3F51B5"/>
                </a:solidFill>
              </a:rPr>
              <a:t>fun</a:t>
            </a:r>
            <a:r>
              <a:rPr lang="en" sz="1100" dirty="0">
                <a:solidFill>
                  <a:srgbClr val="37474F"/>
                </a:solidFill>
              </a:rPr>
              <a:t> main(args: Array&lt;String&gt;) {</a:t>
            </a:r>
            <a:endParaRPr sz="1100" dirty="0">
              <a:solidFill>
                <a:srgbClr val="37474F"/>
              </a:solidFill>
            </a:endParaRPr>
          </a:p>
          <a:p>
            <a:pPr marL="0" lvl="0" indent="457200" algn="l" rtl="0">
              <a:lnSpc>
                <a:spcPct val="115000"/>
              </a:lnSpc>
              <a:spcBef>
                <a:spcPts val="600"/>
              </a:spcBef>
              <a:spcAft>
                <a:spcPts val="0"/>
              </a:spcAft>
              <a:buClr>
                <a:schemeClr val="dk1"/>
              </a:buClr>
              <a:buSzPts val="1100"/>
              <a:buFont typeface="Arial"/>
              <a:buNone/>
            </a:pPr>
            <a:r>
              <a:rPr lang="en" sz="1100" dirty="0">
                <a:solidFill>
                  <a:srgbClr val="37474F"/>
                </a:solidFill>
              </a:rPr>
              <a:t>println(</a:t>
            </a:r>
            <a:r>
              <a:rPr lang="en" sz="1100" dirty="0">
                <a:solidFill>
                  <a:srgbClr val="388E3C"/>
                </a:solidFill>
              </a:rPr>
              <a:t>"Hello, world!"</a:t>
            </a:r>
            <a:r>
              <a:rPr lang="en" sz="1100" dirty="0">
                <a:solidFill>
                  <a:srgbClr val="37474F"/>
                </a:solidFill>
              </a:rPr>
              <a:t>)</a:t>
            </a:r>
            <a:endParaRPr sz="1100" dirty="0">
              <a:solidFill>
                <a:srgbClr val="37474F"/>
              </a:solidFill>
            </a:endParaRPr>
          </a:p>
          <a:p>
            <a:pPr marL="0" lvl="0" indent="0" algn="l" rtl="0">
              <a:lnSpc>
                <a:spcPct val="115000"/>
              </a:lnSpc>
              <a:spcBef>
                <a:spcPts val="600"/>
              </a:spcBef>
              <a:spcAft>
                <a:spcPts val="0"/>
              </a:spcAft>
              <a:buClr>
                <a:schemeClr val="dk1"/>
              </a:buClr>
              <a:buSzPts val="1100"/>
              <a:buFont typeface="Arial"/>
              <a:buNone/>
            </a:pPr>
            <a:r>
              <a:rPr lang="en" sz="1100" dirty="0">
                <a:solidFill>
                  <a:srgbClr val="37474F"/>
                </a:solidFill>
              </a:rPr>
              <a:t>}</a:t>
            </a:r>
            <a:endParaRPr sz="1100" dirty="0">
              <a:solidFill>
                <a:srgbClr val="37474F"/>
              </a:solidFill>
            </a:endParaRPr>
          </a:p>
          <a:p>
            <a:pPr marL="0" lvl="0" indent="0" algn="l" rtl="0">
              <a:lnSpc>
                <a:spcPct val="115000"/>
              </a:lnSpc>
              <a:spcBef>
                <a:spcPts val="600"/>
              </a:spcBef>
              <a:spcAft>
                <a:spcPts val="0"/>
              </a:spcAft>
              <a:buClr>
                <a:schemeClr val="dk1"/>
              </a:buClr>
              <a:buSzPts val="1100"/>
              <a:buFont typeface="Arial"/>
              <a:buNone/>
            </a:pPr>
            <a:endParaRPr sz="1100" dirty="0">
              <a:solidFill>
                <a:srgbClr val="37474F"/>
              </a:solidFill>
            </a:endParaRPr>
          </a:p>
          <a:p>
            <a:pPr marL="0" lvl="0" indent="0" algn="l" rtl="0">
              <a:lnSpc>
                <a:spcPct val="115000"/>
              </a:lnSpc>
              <a:spcBef>
                <a:spcPts val="600"/>
              </a:spcBef>
              <a:spcAft>
                <a:spcPts val="0"/>
              </a:spcAft>
              <a:buClr>
                <a:schemeClr val="dk1"/>
              </a:buClr>
              <a:buSzPts val="1100"/>
              <a:buFont typeface="Arial"/>
              <a:buNone/>
            </a:pPr>
            <a:r>
              <a:rPr lang="en" sz="1100" dirty="0">
                <a:solidFill>
                  <a:srgbClr val="3F51B5"/>
                </a:solidFill>
              </a:rPr>
              <a:t>fun</a:t>
            </a:r>
            <a:r>
              <a:rPr lang="en" sz="1100" dirty="0">
                <a:solidFill>
                  <a:srgbClr val="37474F"/>
                </a:solidFill>
              </a:rPr>
              <a:t> main() {</a:t>
            </a:r>
            <a:endParaRPr sz="1100" dirty="0">
              <a:solidFill>
                <a:srgbClr val="37474F"/>
              </a:solidFill>
            </a:endParaRPr>
          </a:p>
          <a:p>
            <a:pPr marL="0" lvl="0" indent="457200" algn="l" rtl="0">
              <a:lnSpc>
                <a:spcPct val="115000"/>
              </a:lnSpc>
              <a:spcBef>
                <a:spcPts val="600"/>
              </a:spcBef>
              <a:spcAft>
                <a:spcPts val="0"/>
              </a:spcAft>
              <a:buClr>
                <a:schemeClr val="dk1"/>
              </a:buClr>
              <a:buSzPts val="1100"/>
              <a:buFont typeface="Arial"/>
              <a:buNone/>
            </a:pPr>
            <a:r>
              <a:rPr lang="en" sz="1100" dirty="0">
                <a:solidFill>
                  <a:srgbClr val="37474F"/>
                </a:solidFill>
              </a:rPr>
              <a:t>println(</a:t>
            </a:r>
            <a:r>
              <a:rPr lang="en" sz="1100" dirty="0">
                <a:solidFill>
                  <a:srgbClr val="388E3C"/>
                </a:solidFill>
              </a:rPr>
              <a:t>"Hello, world!"</a:t>
            </a:r>
            <a:r>
              <a:rPr lang="en" sz="1100" dirty="0">
                <a:solidFill>
                  <a:srgbClr val="37474F"/>
                </a:solidFill>
              </a:rPr>
              <a:t>)</a:t>
            </a:r>
            <a:endParaRPr sz="1100" dirty="0">
              <a:solidFill>
                <a:srgbClr val="37474F"/>
              </a:solidFill>
            </a:endParaRPr>
          </a:p>
          <a:p>
            <a:pPr marL="0" lvl="0" indent="0" algn="l" rtl="0">
              <a:lnSpc>
                <a:spcPct val="115000"/>
              </a:lnSpc>
              <a:spcBef>
                <a:spcPts val="600"/>
              </a:spcBef>
              <a:spcAft>
                <a:spcPts val="0"/>
              </a:spcAft>
              <a:buClr>
                <a:schemeClr val="dk1"/>
              </a:buClr>
              <a:buSzPts val="1100"/>
              <a:buFont typeface="Arial"/>
              <a:buNone/>
            </a:pPr>
            <a:r>
              <a:rPr lang="en" sz="1100" dirty="0">
                <a:solidFill>
                  <a:srgbClr val="37474F"/>
                </a:solidFill>
              </a:rPr>
              <a:t>}</a:t>
            </a:r>
            <a:endParaRPr sz="1100" dirty="0">
              <a:solidFill>
                <a:srgbClr val="37474F"/>
              </a:solidFill>
            </a:endParaRPr>
          </a:p>
          <a:p>
            <a:pPr marL="0" lvl="0" indent="0" algn="l" rtl="0">
              <a:lnSpc>
                <a:spcPct val="115000"/>
              </a:lnSpc>
              <a:spcBef>
                <a:spcPts val="600"/>
              </a:spcBef>
              <a:spcAft>
                <a:spcPts val="0"/>
              </a:spcAft>
              <a:buClr>
                <a:schemeClr val="dk1"/>
              </a:buClr>
              <a:buSzPts val="1100"/>
              <a:buFont typeface="Arial"/>
              <a:buNone/>
            </a:pPr>
            <a:endParaRPr sz="1100" dirty="0">
              <a:solidFill>
                <a:srgbClr val="37474F"/>
              </a:solidFill>
            </a:endParaRPr>
          </a:p>
          <a:p>
            <a:pPr marL="0" lvl="0" indent="0" algn="l" rtl="0">
              <a:lnSpc>
                <a:spcPct val="115000"/>
              </a:lnSpc>
              <a:spcBef>
                <a:spcPts val="600"/>
              </a:spcBef>
              <a:spcAft>
                <a:spcPts val="0"/>
              </a:spcAft>
              <a:buNone/>
            </a:pPr>
            <a:r>
              <a:rPr lang="en" sz="1100" dirty="0">
                <a:solidFill>
                  <a:srgbClr val="3F51B5"/>
                </a:solidFill>
              </a:rPr>
              <a:t>fun</a:t>
            </a:r>
            <a:r>
              <a:rPr lang="en" sz="1100" dirty="0">
                <a:solidFill>
                  <a:srgbClr val="37474F"/>
                </a:solidFill>
              </a:rPr>
              <a:t> main() = println(</a:t>
            </a:r>
            <a:r>
              <a:rPr lang="en" sz="1100" dirty="0">
                <a:solidFill>
                  <a:srgbClr val="388E3C"/>
                </a:solidFill>
              </a:rPr>
              <a:t>"Hello, world!"</a:t>
            </a:r>
            <a:r>
              <a:rPr lang="en" sz="1100" dirty="0">
                <a:solidFill>
                  <a:srgbClr val="37474F"/>
                </a:solidFill>
              </a:rPr>
              <a:t>)</a:t>
            </a:r>
            <a:endParaRPr sz="1100" dirty="0">
              <a:solidFill>
                <a:srgbClr val="37474F"/>
              </a:solidFill>
            </a:endParaRPr>
          </a:p>
          <a:p>
            <a:pPr marL="0" lvl="0" indent="0" algn="l" rtl="0">
              <a:lnSpc>
                <a:spcPct val="115000"/>
              </a:lnSpc>
              <a:spcBef>
                <a:spcPts val="600"/>
              </a:spcBef>
              <a:spcAft>
                <a:spcPts val="0"/>
              </a:spcAft>
              <a:buNone/>
            </a:pPr>
            <a:endParaRPr sz="1100" dirty="0">
              <a:solidFill>
                <a:srgbClr val="37474F"/>
              </a:solidFill>
            </a:endParaRPr>
          </a:p>
          <a:p>
            <a:pPr marL="0" lvl="0" indent="0" algn="l" rtl="0">
              <a:lnSpc>
                <a:spcPct val="100000"/>
              </a:lnSpc>
              <a:spcBef>
                <a:spcPts val="600"/>
              </a:spcBef>
              <a:spcAft>
                <a:spcPts val="0"/>
              </a:spcAft>
              <a:buNone/>
            </a:pPr>
            <a:r>
              <a:rPr lang="zh-CN" altLang="en-US" b="1" dirty="0">
                <a:solidFill>
                  <a:schemeClr val="accent3"/>
                </a:solidFill>
                <a:highlight>
                  <a:schemeClr val="lt1"/>
                </a:highlight>
                <a:latin typeface="HONOR Sans CN" panose="02000500000000000000" pitchFamily="2" charset="-122"/>
                <a:ea typeface="HONOR Sans CN" panose="02000500000000000000" pitchFamily="2" charset="-122"/>
                <a:cs typeface="Open Sans"/>
                <a:sym typeface="Open Sans"/>
              </a:rPr>
              <a:t>我“</a:t>
            </a:r>
            <a:r>
              <a:rPr lang="en" b="1" dirty="0">
                <a:solidFill>
                  <a:schemeClr val="accent3"/>
                </a:solidFill>
                <a:highlight>
                  <a:schemeClr val="lt1"/>
                </a:highlight>
                <a:latin typeface="HONOR Sans CN" panose="02000500000000000000" pitchFamily="2" charset="-122"/>
                <a:ea typeface="HONOR Sans CN" panose="02000500000000000000" pitchFamily="2" charset="-122"/>
                <a:cs typeface="Open Sans"/>
                <a:sym typeface="Open Sans"/>
              </a:rPr>
              <a:t>;</a:t>
            </a:r>
            <a:r>
              <a:rPr lang="zh-CN" altLang="en-US" b="1" dirty="0">
                <a:solidFill>
                  <a:schemeClr val="accent3"/>
                </a:solidFill>
                <a:highlight>
                  <a:schemeClr val="lt1"/>
                </a:highlight>
                <a:latin typeface="HONOR Sans CN" panose="02000500000000000000" pitchFamily="2" charset="-122"/>
                <a:ea typeface="HONOR Sans CN" panose="02000500000000000000" pitchFamily="2" charset="-122"/>
                <a:cs typeface="Open Sans"/>
                <a:sym typeface="Open Sans"/>
              </a:rPr>
              <a:t>”呢？？？</a:t>
            </a:r>
            <a:endParaRPr b="1" dirty="0">
              <a:solidFill>
                <a:schemeClr val="accent3"/>
              </a:solidFill>
              <a:highlight>
                <a:schemeClr val="lt1"/>
              </a:highlight>
              <a:latin typeface="HONOR Sans CN" panose="02000500000000000000" pitchFamily="2" charset="-122"/>
              <a:ea typeface="HONOR Sans CN" panose="02000500000000000000" pitchFamily="2" charset="-122"/>
              <a:cs typeface="Open Sans"/>
              <a:sym typeface="Open Sans"/>
            </a:endParaRPr>
          </a:p>
          <a:p>
            <a:pPr marL="0" lvl="0" indent="0" algn="l" rtl="0">
              <a:lnSpc>
                <a:spcPct val="115000"/>
              </a:lnSpc>
              <a:spcBef>
                <a:spcPts val="0"/>
              </a:spcBef>
              <a:spcAft>
                <a:spcPts val="600"/>
              </a:spcAft>
              <a:buNone/>
            </a:pPr>
            <a:endParaRPr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15"/>
          <p:cNvSpPr txBox="1">
            <a:spLocks noGrp="1"/>
          </p:cNvSpPr>
          <p:nvPr>
            <p:ph type="title"/>
          </p:nvPr>
        </p:nvSpPr>
        <p:spPr>
          <a:xfrm>
            <a:off x="292608" y="292608"/>
            <a:ext cx="8503800" cy="457200"/>
          </a:xfrm>
          <a:prstGeom prst="rect">
            <a:avLst/>
          </a:prstGeom>
          <a:noFill/>
          <a:ln>
            <a:noFill/>
          </a:ln>
        </p:spPr>
        <p:txBody>
          <a:bodyPr spcFirstLastPara="1" wrap="square" lIns="0" tIns="91425" rIns="0" bIns="91425" anchor="t" anchorCtr="0">
            <a:noAutofit/>
          </a:bodyPr>
          <a:lstStyle/>
          <a:p>
            <a:pPr marL="0" lvl="0" indent="0" algn="l" rtl="0">
              <a:spcBef>
                <a:spcPts val="0"/>
              </a:spcBef>
              <a:spcAft>
                <a:spcPts val="0"/>
              </a:spcAft>
              <a:buSzPts val="2800"/>
              <a:buNone/>
            </a:pPr>
            <a:r>
              <a:rPr lang="zh-CN" altLang="en-US" dirty="0"/>
              <a:t>基础</a:t>
            </a:r>
            <a:endParaRPr dirty="0"/>
          </a:p>
        </p:txBody>
      </p:sp>
      <p:sp>
        <p:nvSpPr>
          <p:cNvPr id="79" name="Google Shape;79;p15"/>
          <p:cNvSpPr txBox="1">
            <a:spLocks noGrp="1"/>
          </p:cNvSpPr>
          <p:nvPr>
            <p:ph type="body" idx="1"/>
          </p:nvPr>
        </p:nvSpPr>
        <p:spPr>
          <a:xfrm>
            <a:off x="292608" y="1335024"/>
            <a:ext cx="8419800" cy="2615400"/>
          </a:xfrm>
          <a:prstGeom prst="rect">
            <a:avLst/>
          </a:prstGeom>
        </p:spPr>
        <p:txBody>
          <a:bodyPr spcFirstLastPara="1" wrap="square" lIns="0" tIns="73150" rIns="0" bIns="0" anchor="t" anchorCtr="0">
            <a:noAutofit/>
          </a:bodyPr>
          <a:lstStyle/>
          <a:p>
            <a:pPr marL="0" lvl="0" indent="0" algn="l" rtl="0">
              <a:lnSpc>
                <a:spcPct val="115000"/>
              </a:lnSpc>
              <a:spcBef>
                <a:spcPts val="0"/>
              </a:spcBef>
              <a:spcAft>
                <a:spcPts val="0"/>
              </a:spcAft>
              <a:buClr>
                <a:schemeClr val="dk1"/>
              </a:buClr>
              <a:buSzPts val="1800"/>
              <a:buFont typeface="Arial"/>
              <a:buNone/>
            </a:pPr>
            <a:r>
              <a:rPr lang="en" dirty="0">
                <a:solidFill>
                  <a:srgbClr val="3F51B5"/>
                </a:solidFill>
                <a:latin typeface="JetBrains Mono"/>
                <a:ea typeface="JetBrains Mono"/>
                <a:cs typeface="JetBrains Mono"/>
                <a:sym typeface="JetBrains Mono"/>
              </a:rPr>
              <a:t>fun</a:t>
            </a:r>
            <a:r>
              <a:rPr lang="en" dirty="0">
                <a:solidFill>
                  <a:srgbClr val="37474F"/>
                </a:solidFill>
                <a:latin typeface="JetBrains Mono"/>
                <a:ea typeface="JetBrains Mono"/>
                <a:cs typeface="JetBrains Mono"/>
                <a:sym typeface="JetBrains Mono"/>
              </a:rPr>
              <a:t> main(args: Array&lt;String&gt;) {</a:t>
            </a:r>
            <a:endParaRPr dirty="0">
              <a:solidFill>
                <a:srgbClr val="37474F"/>
              </a:solidFill>
              <a:latin typeface="JetBrains Mono"/>
              <a:ea typeface="JetBrains Mono"/>
              <a:cs typeface="JetBrains Mono"/>
              <a:sym typeface="JetBrains Mono"/>
            </a:endParaRPr>
          </a:p>
          <a:p>
            <a:pPr marL="0" lvl="0" indent="457200" algn="l" rtl="0">
              <a:lnSpc>
                <a:spcPct val="115000"/>
              </a:lnSpc>
              <a:spcBef>
                <a:spcPts val="600"/>
              </a:spcBef>
              <a:spcAft>
                <a:spcPts val="0"/>
              </a:spcAft>
              <a:buClr>
                <a:schemeClr val="dk1"/>
              </a:buClr>
              <a:buSzPts val="1800"/>
              <a:buFont typeface="Arial"/>
              <a:buNone/>
            </a:pPr>
            <a:r>
              <a:rPr lang="en" dirty="0">
                <a:solidFill>
                  <a:srgbClr val="37474F"/>
                </a:solidFill>
                <a:latin typeface="JetBrains Mono"/>
                <a:ea typeface="JetBrains Mono"/>
                <a:cs typeface="JetBrains Mono"/>
                <a:sym typeface="JetBrains Mono"/>
              </a:rPr>
              <a:t>print(</a:t>
            </a:r>
            <a:r>
              <a:rPr lang="en" dirty="0">
                <a:solidFill>
                  <a:srgbClr val="388E3C"/>
                </a:solidFill>
                <a:latin typeface="JetBrains Mono"/>
                <a:ea typeface="JetBrains Mono"/>
                <a:cs typeface="JetBrains Mono"/>
                <a:sym typeface="JetBrains Mono"/>
              </a:rPr>
              <a:t>"Hello"</a:t>
            </a:r>
            <a:r>
              <a:rPr lang="en" dirty="0">
                <a:solidFill>
                  <a:srgbClr val="37474F"/>
                </a:solidFill>
                <a:latin typeface="JetBrains Mono"/>
                <a:ea typeface="JetBrains Mono"/>
                <a:cs typeface="JetBrains Mono"/>
                <a:sym typeface="JetBrains Mono"/>
              </a:rPr>
              <a:t>)</a:t>
            </a:r>
            <a:endParaRPr dirty="0">
              <a:solidFill>
                <a:srgbClr val="37474F"/>
              </a:solidFill>
              <a:latin typeface="JetBrains Mono"/>
              <a:ea typeface="JetBrains Mono"/>
              <a:cs typeface="JetBrains Mono"/>
              <a:sym typeface="JetBrains Mono"/>
            </a:endParaRPr>
          </a:p>
          <a:p>
            <a:pPr marL="0" lvl="0" indent="457200" algn="l" rtl="0">
              <a:lnSpc>
                <a:spcPct val="115000"/>
              </a:lnSpc>
              <a:spcBef>
                <a:spcPts val="600"/>
              </a:spcBef>
              <a:spcAft>
                <a:spcPts val="0"/>
              </a:spcAft>
              <a:buClr>
                <a:schemeClr val="dk1"/>
              </a:buClr>
              <a:buSzPts val="1800"/>
              <a:buFont typeface="Arial"/>
              <a:buNone/>
            </a:pPr>
            <a:r>
              <a:rPr lang="en" dirty="0">
                <a:solidFill>
                  <a:srgbClr val="37474F"/>
                </a:solidFill>
                <a:latin typeface="JetBrains Mono"/>
                <a:ea typeface="JetBrains Mono"/>
                <a:cs typeface="JetBrains Mono"/>
                <a:sym typeface="JetBrains Mono"/>
              </a:rPr>
              <a:t>println(</a:t>
            </a:r>
            <a:r>
              <a:rPr lang="en" dirty="0">
                <a:solidFill>
                  <a:srgbClr val="388E3C"/>
                </a:solidFill>
                <a:latin typeface="JetBrains Mono"/>
                <a:ea typeface="JetBrains Mono"/>
                <a:cs typeface="JetBrains Mono"/>
                <a:sym typeface="JetBrains Mono"/>
              </a:rPr>
              <a:t>", world!"</a:t>
            </a:r>
            <a:r>
              <a:rPr lang="en" dirty="0">
                <a:solidFill>
                  <a:srgbClr val="37474F"/>
                </a:solidFill>
                <a:latin typeface="JetBrains Mono"/>
                <a:ea typeface="JetBrains Mono"/>
                <a:cs typeface="JetBrains Mono"/>
                <a:sym typeface="JetBrains Mono"/>
              </a:rPr>
              <a:t>)</a:t>
            </a:r>
            <a:endParaRPr dirty="0">
              <a:solidFill>
                <a:srgbClr val="37474F"/>
              </a:solidFill>
              <a:latin typeface="JetBrains Mono"/>
              <a:ea typeface="JetBrains Mono"/>
              <a:cs typeface="JetBrains Mono"/>
              <a:sym typeface="JetBrains Mono"/>
            </a:endParaRPr>
          </a:p>
          <a:p>
            <a:pPr marL="0" lvl="0" indent="0" algn="l" rtl="0">
              <a:lnSpc>
                <a:spcPct val="115000"/>
              </a:lnSpc>
              <a:spcBef>
                <a:spcPts val="600"/>
              </a:spcBef>
              <a:spcAft>
                <a:spcPts val="0"/>
              </a:spcAft>
              <a:buClr>
                <a:schemeClr val="dk1"/>
              </a:buClr>
              <a:buSzPts val="1800"/>
              <a:buFont typeface="Arial"/>
              <a:buNone/>
            </a:pPr>
            <a:r>
              <a:rPr lang="en" dirty="0">
                <a:solidFill>
                  <a:srgbClr val="37474F"/>
                </a:solidFill>
                <a:latin typeface="JetBrains Mono"/>
                <a:ea typeface="JetBrains Mono"/>
                <a:cs typeface="JetBrains Mono"/>
                <a:sym typeface="JetBrains Mono"/>
              </a:rPr>
              <a:t>}</a:t>
            </a:r>
            <a:endParaRPr dirty="0">
              <a:solidFill>
                <a:srgbClr val="37474F"/>
              </a:solidFill>
              <a:latin typeface="JetBrains Mono"/>
              <a:ea typeface="JetBrains Mono"/>
              <a:cs typeface="JetBrains Mono"/>
              <a:sym typeface="JetBrains Mono"/>
            </a:endParaRPr>
          </a:p>
          <a:p>
            <a:pPr marL="0" lvl="0" indent="0" algn="l" rtl="0">
              <a:lnSpc>
                <a:spcPct val="115000"/>
              </a:lnSpc>
              <a:spcBef>
                <a:spcPts val="600"/>
              </a:spcBef>
              <a:spcAft>
                <a:spcPts val="0"/>
              </a:spcAft>
              <a:buClr>
                <a:schemeClr val="dk1"/>
              </a:buClr>
              <a:buSzPts val="1800"/>
              <a:buFont typeface="Arial"/>
              <a:buNone/>
            </a:pPr>
            <a:endParaRPr dirty="0">
              <a:solidFill>
                <a:srgbClr val="37474F"/>
              </a:solidFill>
              <a:latin typeface="JetBrains Mono"/>
              <a:ea typeface="JetBrains Mono"/>
              <a:cs typeface="JetBrains Mono"/>
              <a:sym typeface="JetBrains Mono"/>
            </a:endParaRPr>
          </a:p>
          <a:p>
            <a:pPr marL="457200" lvl="0" indent="-317500" algn="l" rtl="0">
              <a:lnSpc>
                <a:spcPct val="115000"/>
              </a:lnSpc>
              <a:spcBef>
                <a:spcPts val="600"/>
              </a:spcBef>
              <a:spcAft>
                <a:spcPts val="0"/>
              </a:spcAft>
              <a:buSzPts val="1400"/>
              <a:buChar char="●"/>
            </a:pPr>
            <a:r>
              <a:rPr lang="en-US" dirty="0"/>
              <a:t>Kotlin </a:t>
            </a:r>
            <a:r>
              <a:rPr lang="zh-CN" altLang="en-US" dirty="0"/>
              <a:t>应用程序的入口点是 </a:t>
            </a:r>
            <a:r>
              <a:rPr lang="en" dirty="0">
                <a:solidFill>
                  <a:srgbClr val="37474F"/>
                </a:solidFill>
                <a:latin typeface="JetBrains Mono"/>
                <a:ea typeface="JetBrains Mono"/>
                <a:cs typeface="JetBrains Mono"/>
                <a:sym typeface="JetBrains Mono"/>
              </a:rPr>
              <a:t>main</a:t>
            </a:r>
            <a:r>
              <a:rPr lang="en" dirty="0"/>
              <a:t> </a:t>
            </a:r>
            <a:r>
              <a:rPr lang="zh-CN" altLang="en-US" b="1" dirty="0"/>
              <a:t>顶格</a:t>
            </a:r>
            <a:r>
              <a:rPr lang="zh-CN" altLang="en-US" dirty="0"/>
              <a:t>函数。</a:t>
            </a:r>
            <a:r>
              <a:rPr lang="en" dirty="0"/>
              <a:t> </a:t>
            </a:r>
            <a:endParaRPr dirty="0"/>
          </a:p>
          <a:p>
            <a:pPr marL="457200" lvl="0" indent="-317500" algn="l" rtl="0">
              <a:lnSpc>
                <a:spcPct val="115000"/>
              </a:lnSpc>
              <a:spcBef>
                <a:spcPts val="600"/>
              </a:spcBef>
              <a:spcAft>
                <a:spcPts val="0"/>
              </a:spcAft>
              <a:buSzPts val="1400"/>
              <a:buChar char="●"/>
            </a:pPr>
            <a:r>
              <a:rPr lang="zh-CN" altLang="en-US" dirty="0"/>
              <a:t>它接受数量可变的 </a:t>
            </a:r>
            <a:r>
              <a:rPr lang="en" dirty="0">
                <a:solidFill>
                  <a:srgbClr val="37474F"/>
                </a:solidFill>
                <a:latin typeface="JetBrains Mono"/>
                <a:ea typeface="JetBrains Mono"/>
                <a:cs typeface="JetBrains Mono"/>
                <a:sym typeface="JetBrains Mono"/>
              </a:rPr>
              <a:t>String</a:t>
            </a:r>
            <a:r>
              <a:rPr lang="en" dirty="0">
                <a:sym typeface="JetBrains Mono"/>
              </a:rPr>
              <a:t> </a:t>
            </a:r>
            <a:r>
              <a:rPr lang="zh-CN" altLang="en-US" dirty="0"/>
              <a:t>参数，这些参数可以省略。</a:t>
            </a:r>
            <a:endParaRPr dirty="0"/>
          </a:p>
          <a:p>
            <a:pPr marL="457200" lvl="0" indent="-317500" algn="l" rtl="0">
              <a:lnSpc>
                <a:spcPct val="115000"/>
              </a:lnSpc>
              <a:spcBef>
                <a:spcPts val="600"/>
              </a:spcBef>
              <a:spcAft>
                <a:spcPts val="0"/>
              </a:spcAft>
              <a:buSzPts val="1400"/>
              <a:buChar char="●"/>
            </a:pPr>
            <a:r>
              <a:rPr lang="en" dirty="0">
                <a:solidFill>
                  <a:srgbClr val="37474F"/>
                </a:solidFill>
                <a:latin typeface="JetBrains Mono"/>
                <a:ea typeface="JetBrains Mono"/>
                <a:cs typeface="JetBrains Mono"/>
                <a:sym typeface="JetBrains Mono"/>
              </a:rPr>
              <a:t>print</a:t>
            </a:r>
            <a:r>
              <a:rPr lang="en" dirty="0">
                <a:sym typeface="JetBrains Mono"/>
              </a:rPr>
              <a:t> </a:t>
            </a:r>
            <a:r>
              <a:rPr lang="zh-CN" altLang="en-US" dirty="0"/>
              <a:t>打印参数到标准输出。</a:t>
            </a:r>
            <a:r>
              <a:rPr lang="en" dirty="0"/>
              <a:t> </a:t>
            </a:r>
            <a:endParaRPr dirty="0"/>
          </a:p>
          <a:p>
            <a:pPr marL="457200" lvl="0" indent="-317500" algn="l" rtl="0">
              <a:lnSpc>
                <a:spcPct val="115000"/>
              </a:lnSpc>
              <a:spcBef>
                <a:spcPts val="600"/>
              </a:spcBef>
              <a:spcAft>
                <a:spcPts val="600"/>
              </a:spcAft>
              <a:buSzPts val="1400"/>
              <a:buChar char="●"/>
            </a:pPr>
            <a:r>
              <a:rPr lang="en" dirty="0">
                <a:solidFill>
                  <a:srgbClr val="37474F"/>
                </a:solidFill>
                <a:latin typeface="JetBrains Mono"/>
                <a:ea typeface="JetBrains Mono"/>
                <a:cs typeface="JetBrains Mono"/>
                <a:sym typeface="JetBrains Mono"/>
              </a:rPr>
              <a:t>println</a:t>
            </a:r>
            <a:r>
              <a:rPr lang="en" dirty="0">
                <a:sym typeface="JetBrains Mono"/>
              </a:rPr>
              <a:t> </a:t>
            </a:r>
            <a:r>
              <a:rPr lang="zh-CN" altLang="en-US" dirty="0"/>
              <a:t>打印参数并换行。</a:t>
            </a:r>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6"/>
          <p:cNvSpPr txBox="1">
            <a:spLocks noGrp="1"/>
          </p:cNvSpPr>
          <p:nvPr>
            <p:ph type="title"/>
          </p:nvPr>
        </p:nvSpPr>
        <p:spPr>
          <a:xfrm>
            <a:off x="292608" y="292608"/>
            <a:ext cx="8503800" cy="457200"/>
          </a:xfrm>
          <a:prstGeom prst="rect">
            <a:avLst/>
          </a:prstGeom>
          <a:noFill/>
          <a:ln>
            <a:noFill/>
          </a:ln>
        </p:spPr>
        <p:txBody>
          <a:bodyPr spcFirstLastPara="1" wrap="square" lIns="0" tIns="91425" rIns="0" bIns="91425" anchor="t" anchorCtr="0">
            <a:noAutofit/>
          </a:bodyPr>
          <a:lstStyle/>
          <a:p>
            <a:pPr marL="0" lvl="0" indent="0" algn="l" rtl="0">
              <a:spcBef>
                <a:spcPts val="0"/>
              </a:spcBef>
              <a:spcAft>
                <a:spcPts val="0"/>
              </a:spcAft>
              <a:buSzPts val="2800"/>
              <a:buNone/>
            </a:pPr>
            <a:r>
              <a:rPr lang="zh-CN" altLang="en-US" dirty="0"/>
              <a:t>变量</a:t>
            </a:r>
            <a:endParaRPr dirty="0"/>
          </a:p>
        </p:txBody>
      </p:sp>
      <p:sp>
        <p:nvSpPr>
          <p:cNvPr id="85" name="Google Shape;85;p16"/>
          <p:cNvSpPr txBox="1">
            <a:spLocks noGrp="1"/>
          </p:cNvSpPr>
          <p:nvPr>
            <p:ph type="body" idx="1"/>
          </p:nvPr>
        </p:nvSpPr>
        <p:spPr>
          <a:xfrm>
            <a:off x="292595" y="1335025"/>
            <a:ext cx="7997100" cy="2615400"/>
          </a:xfrm>
          <a:prstGeom prst="rect">
            <a:avLst/>
          </a:prstGeom>
        </p:spPr>
        <p:txBody>
          <a:bodyPr spcFirstLastPara="1" wrap="square" lIns="0" tIns="73150" rIns="0" bIns="0" anchor="t" anchorCtr="0">
            <a:noAutofit/>
          </a:bodyPr>
          <a:lstStyle/>
          <a:p>
            <a:pPr marL="0" lvl="0" indent="0" algn="l" rtl="0">
              <a:lnSpc>
                <a:spcPct val="115000"/>
              </a:lnSpc>
              <a:spcBef>
                <a:spcPts val="0"/>
              </a:spcBef>
              <a:spcAft>
                <a:spcPts val="0"/>
              </a:spcAft>
              <a:buNone/>
            </a:pPr>
            <a:r>
              <a:rPr lang="en" sz="1100" dirty="0">
                <a:solidFill>
                  <a:srgbClr val="3F51B5"/>
                </a:solidFill>
                <a:latin typeface="JetBrains Mono"/>
                <a:ea typeface="JetBrains Mono"/>
                <a:cs typeface="JetBrains Mono"/>
                <a:sym typeface="JetBrains Mono"/>
              </a:rPr>
              <a:t>val</a:t>
            </a:r>
            <a:r>
              <a:rPr lang="en" sz="1100" dirty="0">
                <a:latin typeface="JetBrains Mono"/>
                <a:ea typeface="JetBrains Mono"/>
                <a:cs typeface="JetBrains Mono"/>
                <a:sym typeface="JetBrains Mono"/>
              </a:rPr>
              <a:t>/</a:t>
            </a:r>
            <a:r>
              <a:rPr lang="en" sz="1100" dirty="0">
                <a:solidFill>
                  <a:srgbClr val="3F51B5"/>
                </a:solidFill>
                <a:latin typeface="JetBrains Mono"/>
                <a:ea typeface="JetBrains Mono"/>
                <a:cs typeface="JetBrains Mono"/>
                <a:sym typeface="JetBrains Mono"/>
              </a:rPr>
              <a:t>var</a:t>
            </a:r>
            <a:r>
              <a:rPr lang="en" sz="1100" dirty="0">
                <a:solidFill>
                  <a:srgbClr val="37474F"/>
                </a:solidFill>
                <a:latin typeface="JetBrains Mono"/>
                <a:ea typeface="JetBrains Mono"/>
                <a:cs typeface="JetBrains Mono"/>
                <a:sym typeface="JetBrains Mono"/>
              </a:rPr>
              <a:t> myValue: Type = someValue</a:t>
            </a:r>
            <a:endParaRPr sz="1100" dirty="0"/>
          </a:p>
          <a:p>
            <a:pPr marL="457200" lvl="0" indent="-298450" algn="l" rtl="0">
              <a:lnSpc>
                <a:spcPct val="115000"/>
              </a:lnSpc>
              <a:spcBef>
                <a:spcPts val="200"/>
              </a:spcBef>
              <a:spcAft>
                <a:spcPts val="0"/>
              </a:spcAft>
              <a:buSzPts val="1100"/>
              <a:buChar char="●"/>
            </a:pPr>
            <a:r>
              <a:rPr lang="en" sz="1100" dirty="0">
                <a:solidFill>
                  <a:srgbClr val="3F51B5"/>
                </a:solidFill>
                <a:latin typeface="JetBrains Mono"/>
                <a:ea typeface="JetBrains Mono"/>
                <a:cs typeface="JetBrains Mono"/>
                <a:sym typeface="JetBrains Mono"/>
              </a:rPr>
              <a:t>var</a:t>
            </a:r>
            <a:r>
              <a:rPr lang="en" sz="1100" dirty="0"/>
              <a:t> – </a:t>
            </a:r>
            <a:r>
              <a:rPr lang="zh-CN" altLang="en-US" sz="1100" dirty="0"/>
              <a:t>可变</a:t>
            </a:r>
            <a:endParaRPr sz="1100" dirty="0"/>
          </a:p>
          <a:p>
            <a:pPr marL="457200" lvl="0" indent="-298450" algn="l" rtl="0">
              <a:lnSpc>
                <a:spcPct val="115000"/>
              </a:lnSpc>
              <a:spcBef>
                <a:spcPts val="200"/>
              </a:spcBef>
              <a:spcAft>
                <a:spcPts val="0"/>
              </a:spcAft>
              <a:buSzPts val="1100"/>
              <a:buChar char="●"/>
            </a:pPr>
            <a:r>
              <a:rPr lang="en" sz="1100" dirty="0">
                <a:solidFill>
                  <a:srgbClr val="3F51B5"/>
                </a:solidFill>
                <a:latin typeface="JetBrains Mono"/>
                <a:ea typeface="JetBrains Mono"/>
                <a:cs typeface="JetBrains Mono"/>
                <a:sym typeface="JetBrains Mono"/>
              </a:rPr>
              <a:t>val</a:t>
            </a:r>
            <a:r>
              <a:rPr lang="en" sz="1100" dirty="0"/>
              <a:t> – </a:t>
            </a:r>
            <a:r>
              <a:rPr lang="zh-CN" altLang="en-US" sz="1100" dirty="0"/>
              <a:t>不可变</a:t>
            </a:r>
            <a:endParaRPr sz="1100" dirty="0"/>
          </a:p>
          <a:p>
            <a:pPr marL="457200" lvl="0" indent="-298450" algn="l" rtl="0">
              <a:lnSpc>
                <a:spcPct val="115000"/>
              </a:lnSpc>
              <a:spcBef>
                <a:spcPts val="200"/>
              </a:spcBef>
              <a:spcAft>
                <a:spcPts val="0"/>
              </a:spcAft>
              <a:buSzPts val="1100"/>
              <a:buChar char="●"/>
            </a:pPr>
            <a:r>
              <a:rPr lang="zh-CN" altLang="en-US" sz="1100" dirty="0"/>
              <a:t>大多数情况下可以推断出类型</a:t>
            </a:r>
            <a:endParaRPr lang="en-US" altLang="zh-CN" sz="1100" dirty="0"/>
          </a:p>
          <a:p>
            <a:pPr marL="457200" lvl="0" indent="-298450" algn="l" rtl="0">
              <a:lnSpc>
                <a:spcPct val="115000"/>
              </a:lnSpc>
              <a:spcBef>
                <a:spcPts val="200"/>
              </a:spcBef>
              <a:spcAft>
                <a:spcPts val="0"/>
              </a:spcAft>
              <a:buSzPts val="1100"/>
              <a:buChar char="●"/>
            </a:pPr>
            <a:r>
              <a:rPr lang="zh-CN" altLang="en-US" sz="1100" dirty="0"/>
              <a:t>赋值可以推迟</a:t>
            </a:r>
            <a:endParaRPr sz="1100" dirty="0"/>
          </a:p>
          <a:p>
            <a:pPr marL="0" lvl="0" indent="0" algn="l" rtl="0">
              <a:lnSpc>
                <a:spcPct val="115000"/>
              </a:lnSpc>
              <a:spcBef>
                <a:spcPts val="200"/>
              </a:spcBef>
              <a:spcAft>
                <a:spcPts val="0"/>
              </a:spcAft>
              <a:buNone/>
            </a:pPr>
            <a:endParaRPr sz="1100" dirty="0"/>
          </a:p>
          <a:p>
            <a:pPr marL="0" lvl="0" indent="0" algn="l" rtl="0">
              <a:lnSpc>
                <a:spcPct val="115000"/>
              </a:lnSpc>
              <a:spcBef>
                <a:spcPts val="200"/>
              </a:spcBef>
              <a:spcAft>
                <a:spcPts val="0"/>
              </a:spcAft>
              <a:buNone/>
            </a:pPr>
            <a:r>
              <a:rPr lang="en" sz="1100" dirty="0">
                <a:solidFill>
                  <a:srgbClr val="3F51B5"/>
                </a:solidFill>
                <a:latin typeface="JetBrains Mono"/>
                <a:ea typeface="JetBrains Mono"/>
                <a:cs typeface="JetBrains Mono"/>
                <a:sym typeface="JetBrains Mono"/>
              </a:rPr>
              <a:t>val</a:t>
            </a:r>
            <a:r>
              <a:rPr lang="en" sz="1100" dirty="0">
                <a:solidFill>
                  <a:srgbClr val="37474F"/>
                </a:solidFill>
                <a:latin typeface="JetBrains Mono"/>
                <a:ea typeface="JetBrains Mono"/>
                <a:cs typeface="JetBrains Mono"/>
                <a:sym typeface="JetBrains Mono"/>
              </a:rPr>
              <a:t> a: Int = 1	</a:t>
            </a:r>
            <a:r>
              <a:rPr lang="en" sz="1100" dirty="0">
                <a:solidFill>
                  <a:srgbClr val="388E3C"/>
                </a:solidFill>
                <a:latin typeface="JetBrains Mono"/>
                <a:ea typeface="JetBrains Mono"/>
                <a:cs typeface="JetBrains Mono"/>
                <a:sym typeface="JetBrains Mono"/>
              </a:rPr>
              <a:t>//</a:t>
            </a:r>
            <a:r>
              <a:rPr lang="en-US" sz="1100" dirty="0">
                <a:solidFill>
                  <a:srgbClr val="388E3C"/>
                </a:solidFill>
                <a:latin typeface="JetBrains Mono"/>
                <a:ea typeface="JetBrains Mono"/>
                <a:cs typeface="JetBrains Mono"/>
                <a:sym typeface="JetBrains Mono"/>
              </a:rPr>
              <a:t> </a:t>
            </a:r>
            <a:r>
              <a:rPr lang="zh-CN" altLang="en-US" sz="1100" dirty="0">
                <a:solidFill>
                  <a:srgbClr val="388E3C"/>
                </a:solidFill>
                <a:latin typeface="JetBrains Mono"/>
                <a:ea typeface="JetBrains Mono"/>
                <a:cs typeface="JetBrains Mono"/>
                <a:sym typeface="JetBrains Mono"/>
              </a:rPr>
              <a:t>立即赋值</a:t>
            </a:r>
            <a:endParaRPr lang="en-US" sz="1100" dirty="0">
              <a:solidFill>
                <a:srgbClr val="388E3C"/>
              </a:solidFill>
              <a:latin typeface="JetBrains Mono"/>
              <a:ea typeface="JetBrains Mono"/>
              <a:cs typeface="JetBrains Mono"/>
              <a:sym typeface="JetBrains Mono"/>
            </a:endParaRPr>
          </a:p>
          <a:p>
            <a:pPr marL="0" lvl="0" indent="0" algn="l" rtl="0">
              <a:lnSpc>
                <a:spcPct val="115000"/>
              </a:lnSpc>
              <a:spcBef>
                <a:spcPts val="200"/>
              </a:spcBef>
              <a:spcAft>
                <a:spcPts val="0"/>
              </a:spcAft>
              <a:buNone/>
            </a:pPr>
            <a:endParaRPr lang="en-US" sz="1100" dirty="0">
              <a:solidFill>
                <a:srgbClr val="388E3C"/>
              </a:solidFill>
              <a:latin typeface="JetBrains Mono"/>
              <a:ea typeface="JetBrains Mono"/>
              <a:cs typeface="JetBrains Mono"/>
              <a:sym typeface="JetBrains Mono"/>
            </a:endParaRPr>
          </a:p>
          <a:p>
            <a:pPr marL="0" lvl="0" indent="0" algn="l" rtl="0">
              <a:lnSpc>
                <a:spcPct val="115000"/>
              </a:lnSpc>
              <a:spcBef>
                <a:spcPts val="200"/>
              </a:spcBef>
              <a:spcAft>
                <a:spcPts val="0"/>
              </a:spcAft>
              <a:buNone/>
            </a:pPr>
            <a:r>
              <a:rPr lang="en" sz="1100" dirty="0">
                <a:solidFill>
                  <a:srgbClr val="3F51B5"/>
                </a:solidFill>
                <a:latin typeface="JetBrains Mono"/>
                <a:ea typeface="JetBrains Mono"/>
                <a:cs typeface="JetBrains Mono"/>
                <a:sym typeface="JetBrains Mono"/>
              </a:rPr>
              <a:t>var</a:t>
            </a:r>
            <a:r>
              <a:rPr lang="en" sz="1100" dirty="0">
                <a:solidFill>
                  <a:srgbClr val="37474F"/>
                </a:solidFill>
                <a:latin typeface="JetBrains Mono"/>
                <a:ea typeface="JetBrains Mono"/>
                <a:cs typeface="JetBrains Mono"/>
                <a:sym typeface="JetBrains Mono"/>
              </a:rPr>
              <a:t> b = 2		</a:t>
            </a:r>
            <a:r>
              <a:rPr lang="en" sz="1100" dirty="0">
                <a:solidFill>
                  <a:srgbClr val="388E3C"/>
                </a:solidFill>
                <a:latin typeface="JetBrains Mono"/>
                <a:ea typeface="JetBrains Mono"/>
                <a:cs typeface="JetBrains Mono"/>
                <a:sym typeface="JetBrains Mono"/>
              </a:rPr>
              <a:t>// </a:t>
            </a:r>
            <a:r>
              <a:rPr lang="zh-CN" altLang="en-US" sz="1100" dirty="0">
                <a:solidFill>
                  <a:srgbClr val="388E3C"/>
                </a:solidFill>
                <a:latin typeface="JetBrains Mono"/>
                <a:ea typeface="JetBrains Mono"/>
                <a:cs typeface="JetBrains Mono"/>
                <a:sym typeface="JetBrains Mono"/>
              </a:rPr>
              <a:t>推断出</a:t>
            </a:r>
            <a:r>
              <a:rPr lang="en-US" altLang="zh-CN" sz="1100" dirty="0">
                <a:solidFill>
                  <a:srgbClr val="388E3C"/>
                </a:solidFill>
                <a:latin typeface="JetBrains Mono"/>
                <a:ea typeface="JetBrains Mono"/>
                <a:cs typeface="JetBrains Mono"/>
                <a:sym typeface="JetBrains Mono"/>
              </a:rPr>
              <a:t> </a:t>
            </a:r>
            <a:r>
              <a:rPr lang="en-US" sz="1100" dirty="0">
                <a:solidFill>
                  <a:srgbClr val="388E3C"/>
                </a:solidFill>
                <a:latin typeface="JetBrains Mono"/>
                <a:ea typeface="JetBrains Mono"/>
                <a:cs typeface="JetBrains Mono"/>
                <a:sym typeface="JetBrains Mono"/>
              </a:rPr>
              <a:t>Int </a:t>
            </a:r>
            <a:r>
              <a:rPr lang="zh-CN" altLang="en-US" sz="1100" dirty="0">
                <a:solidFill>
                  <a:srgbClr val="388E3C"/>
                </a:solidFill>
                <a:latin typeface="JetBrains Mono"/>
                <a:ea typeface="JetBrains Mono"/>
                <a:cs typeface="JetBrains Mono"/>
                <a:sym typeface="JetBrains Mono"/>
              </a:rPr>
              <a:t>类型</a:t>
            </a:r>
            <a:endParaRPr sz="1100" dirty="0">
              <a:solidFill>
                <a:srgbClr val="388E3C"/>
              </a:solidFill>
              <a:latin typeface="JetBrains Mono"/>
              <a:ea typeface="JetBrains Mono"/>
              <a:cs typeface="JetBrains Mono"/>
              <a:sym typeface="JetBrains Mono"/>
            </a:endParaRPr>
          </a:p>
          <a:p>
            <a:pPr marL="0" lvl="0" indent="0" algn="l" rtl="0">
              <a:lnSpc>
                <a:spcPct val="115000"/>
              </a:lnSpc>
              <a:spcBef>
                <a:spcPts val="200"/>
              </a:spcBef>
              <a:spcAft>
                <a:spcPts val="0"/>
              </a:spcAft>
              <a:buNone/>
            </a:pPr>
            <a:r>
              <a:rPr lang="en" sz="1100" dirty="0">
                <a:solidFill>
                  <a:srgbClr val="37474F"/>
                </a:solidFill>
                <a:latin typeface="JetBrains Mono"/>
                <a:ea typeface="JetBrains Mono"/>
                <a:cs typeface="JetBrains Mono"/>
                <a:sym typeface="JetBrains Mono"/>
              </a:rPr>
              <a:t>b = a 			</a:t>
            </a:r>
            <a:r>
              <a:rPr lang="en" sz="1100" dirty="0">
                <a:solidFill>
                  <a:srgbClr val="388E3C"/>
                </a:solidFill>
                <a:latin typeface="JetBrains Mono"/>
                <a:ea typeface="JetBrains Mono"/>
                <a:cs typeface="JetBrains Mono"/>
                <a:sym typeface="JetBrains Mono"/>
              </a:rPr>
              <a:t>// </a:t>
            </a:r>
            <a:r>
              <a:rPr lang="zh-CN" altLang="en-US" sz="1100" dirty="0">
                <a:solidFill>
                  <a:srgbClr val="388E3C"/>
                </a:solidFill>
                <a:latin typeface="JetBrains Mono"/>
                <a:ea typeface="JetBrains Mono"/>
                <a:cs typeface="JetBrains Mono"/>
                <a:sym typeface="JetBrains Mono"/>
              </a:rPr>
              <a:t>重新赋值给 </a:t>
            </a:r>
            <a:r>
              <a:rPr lang="en-US" sz="1100" dirty="0">
                <a:solidFill>
                  <a:srgbClr val="388E3C"/>
                </a:solidFill>
                <a:latin typeface="JetBrains Mono"/>
                <a:ea typeface="JetBrains Mono"/>
                <a:cs typeface="JetBrains Mono"/>
                <a:sym typeface="JetBrains Mono"/>
              </a:rPr>
              <a:t>var </a:t>
            </a:r>
            <a:r>
              <a:rPr lang="zh-CN" altLang="en-US" sz="1100" dirty="0">
                <a:solidFill>
                  <a:srgbClr val="388E3C"/>
                </a:solidFill>
                <a:latin typeface="JetBrains Mono"/>
                <a:ea typeface="JetBrains Mono"/>
                <a:cs typeface="JetBrains Mono"/>
                <a:sym typeface="JetBrains Mono"/>
              </a:rPr>
              <a:t>也可以</a:t>
            </a:r>
            <a:endParaRPr sz="1100" dirty="0">
              <a:solidFill>
                <a:srgbClr val="388E3C"/>
              </a:solidFill>
              <a:latin typeface="JetBrains Mono"/>
              <a:ea typeface="JetBrains Mono"/>
              <a:cs typeface="JetBrains Mono"/>
              <a:sym typeface="JetBrains Mono"/>
            </a:endParaRPr>
          </a:p>
          <a:p>
            <a:pPr marL="0" lvl="0" indent="0" algn="l" rtl="0">
              <a:lnSpc>
                <a:spcPct val="115000"/>
              </a:lnSpc>
              <a:spcBef>
                <a:spcPts val="200"/>
              </a:spcBef>
              <a:spcAft>
                <a:spcPts val="0"/>
              </a:spcAft>
              <a:buNone/>
            </a:pPr>
            <a:endParaRPr sz="1100" dirty="0">
              <a:solidFill>
                <a:srgbClr val="388E3C"/>
              </a:solidFill>
              <a:latin typeface="JetBrains Mono"/>
              <a:ea typeface="JetBrains Mono"/>
              <a:cs typeface="JetBrains Mono"/>
              <a:sym typeface="JetBrains Mono"/>
            </a:endParaRPr>
          </a:p>
          <a:p>
            <a:pPr marL="0" lvl="0" indent="0" algn="l" rtl="0">
              <a:lnSpc>
                <a:spcPct val="115000"/>
              </a:lnSpc>
              <a:spcBef>
                <a:spcPts val="200"/>
              </a:spcBef>
              <a:spcAft>
                <a:spcPts val="0"/>
              </a:spcAft>
              <a:buNone/>
            </a:pPr>
            <a:r>
              <a:rPr lang="en" sz="1100" dirty="0">
                <a:solidFill>
                  <a:srgbClr val="3F51B5"/>
                </a:solidFill>
                <a:latin typeface="JetBrains Mono"/>
                <a:ea typeface="JetBrains Mono"/>
                <a:cs typeface="JetBrains Mono"/>
                <a:sym typeface="JetBrains Mono"/>
              </a:rPr>
              <a:t>val</a:t>
            </a:r>
            <a:r>
              <a:rPr lang="en" sz="1100" dirty="0">
                <a:solidFill>
                  <a:srgbClr val="37474F"/>
                </a:solidFill>
                <a:latin typeface="JetBrains Mono"/>
                <a:ea typeface="JetBrains Mono"/>
                <a:cs typeface="JetBrains Mono"/>
                <a:sym typeface="JetBrains Mono"/>
              </a:rPr>
              <a:t> c: Int		</a:t>
            </a:r>
            <a:r>
              <a:rPr lang="en" sz="1100" dirty="0">
                <a:solidFill>
                  <a:srgbClr val="388E3C"/>
                </a:solidFill>
                <a:latin typeface="JetBrains Mono"/>
                <a:ea typeface="JetBrains Mono"/>
                <a:cs typeface="JetBrains Mono"/>
                <a:sym typeface="JetBrains Mono"/>
              </a:rPr>
              <a:t>// </a:t>
            </a:r>
            <a:r>
              <a:rPr lang="zh-CN" altLang="en-US" sz="1100" dirty="0">
                <a:solidFill>
                  <a:srgbClr val="388E3C"/>
                </a:solidFill>
                <a:latin typeface="JetBrains Mono"/>
                <a:ea typeface="JetBrains Mono"/>
                <a:cs typeface="JetBrains Mono"/>
                <a:sym typeface="JetBrains Mono"/>
              </a:rPr>
              <a:t>未提供初始化时所需类型的值</a:t>
            </a:r>
            <a:endParaRPr sz="1100" dirty="0">
              <a:solidFill>
                <a:srgbClr val="388E3C"/>
              </a:solidFill>
              <a:latin typeface="JetBrains Mono"/>
              <a:ea typeface="JetBrains Mono"/>
              <a:cs typeface="JetBrains Mono"/>
              <a:sym typeface="JetBrains Mono"/>
            </a:endParaRPr>
          </a:p>
          <a:p>
            <a:pPr marL="0" lvl="0" indent="0" algn="l" rtl="0">
              <a:lnSpc>
                <a:spcPct val="115000"/>
              </a:lnSpc>
              <a:spcBef>
                <a:spcPts val="200"/>
              </a:spcBef>
              <a:spcAft>
                <a:spcPts val="0"/>
              </a:spcAft>
              <a:buNone/>
            </a:pPr>
            <a:r>
              <a:rPr lang="en" sz="1100" dirty="0">
                <a:solidFill>
                  <a:srgbClr val="37474F"/>
                </a:solidFill>
                <a:latin typeface="JetBrains Mono"/>
                <a:ea typeface="JetBrains Mono"/>
                <a:cs typeface="JetBrains Mono"/>
                <a:sym typeface="JetBrains Mono"/>
              </a:rPr>
              <a:t>c = 3			</a:t>
            </a:r>
            <a:r>
              <a:rPr lang="en" sz="1100" dirty="0">
                <a:solidFill>
                  <a:srgbClr val="388E3C"/>
                </a:solidFill>
                <a:latin typeface="JetBrains Mono"/>
                <a:ea typeface="JetBrains Mono"/>
                <a:cs typeface="JetBrains Mono"/>
                <a:sym typeface="JetBrains Mono"/>
              </a:rPr>
              <a:t>// </a:t>
            </a:r>
            <a:r>
              <a:rPr lang="zh-CN" altLang="en-US" sz="1100" dirty="0">
                <a:solidFill>
                  <a:srgbClr val="388E3C"/>
                </a:solidFill>
                <a:latin typeface="JetBrains Mono"/>
                <a:ea typeface="JetBrains Mono"/>
                <a:cs typeface="JetBrains Mono"/>
                <a:sym typeface="JetBrains Mono"/>
              </a:rPr>
              <a:t>推迟赋值</a:t>
            </a:r>
            <a:endParaRPr sz="1100" dirty="0">
              <a:solidFill>
                <a:srgbClr val="388E3C"/>
              </a:solidFill>
              <a:latin typeface="JetBrains Mono"/>
              <a:ea typeface="JetBrains Mono"/>
              <a:cs typeface="JetBrains Mono"/>
              <a:sym typeface="JetBrains Mono"/>
            </a:endParaRPr>
          </a:p>
          <a:p>
            <a:pPr marL="0" lvl="0" indent="0" algn="l" rtl="0">
              <a:lnSpc>
                <a:spcPct val="115000"/>
              </a:lnSpc>
              <a:spcBef>
                <a:spcPts val="200"/>
              </a:spcBef>
              <a:spcAft>
                <a:spcPts val="0"/>
              </a:spcAft>
              <a:buNone/>
            </a:pPr>
            <a:r>
              <a:rPr lang="en" sz="1100" dirty="0">
                <a:solidFill>
                  <a:srgbClr val="37474F"/>
                </a:solidFill>
                <a:latin typeface="JetBrains Mono"/>
                <a:ea typeface="JetBrains Mono"/>
                <a:cs typeface="JetBrains Mono"/>
                <a:sym typeface="JetBrains Mono"/>
              </a:rPr>
              <a:t>a = 4			</a:t>
            </a:r>
            <a:r>
              <a:rPr lang="en" sz="1100" dirty="0">
                <a:solidFill>
                  <a:srgbClr val="388E3C"/>
                </a:solidFill>
                <a:latin typeface="JetBrains Mono"/>
                <a:ea typeface="JetBrains Mono"/>
                <a:cs typeface="JetBrains Mono"/>
                <a:sym typeface="JetBrains Mono"/>
              </a:rPr>
              <a:t>// </a:t>
            </a:r>
            <a:r>
              <a:rPr lang="zh-CN" altLang="en-US" sz="1100" dirty="0">
                <a:solidFill>
                  <a:srgbClr val="388E3C"/>
                </a:solidFill>
                <a:latin typeface="JetBrains Mono"/>
                <a:ea typeface="JetBrains Mono"/>
                <a:cs typeface="JetBrains Mono"/>
                <a:sym typeface="JetBrains Mono"/>
              </a:rPr>
              <a:t>报错：</a:t>
            </a:r>
            <a:r>
              <a:rPr lang="en-US" altLang="zh-CN" sz="1100" dirty="0">
                <a:solidFill>
                  <a:srgbClr val="C53929"/>
                </a:solidFill>
                <a:latin typeface="JetBrains Mono"/>
                <a:ea typeface="JetBrains Mono"/>
                <a:cs typeface="JetBrains Mono"/>
                <a:sym typeface="JetBrains Mono"/>
              </a:rPr>
              <a:t>v</a:t>
            </a:r>
            <a:r>
              <a:rPr lang="en" sz="1100" dirty="0">
                <a:solidFill>
                  <a:srgbClr val="C53929"/>
                </a:solidFill>
                <a:latin typeface="JetBrains Mono"/>
                <a:ea typeface="JetBrains Mono"/>
                <a:cs typeface="JetBrains Mono"/>
                <a:sym typeface="JetBrains Mono"/>
              </a:rPr>
              <a:t>al </a:t>
            </a:r>
            <a:r>
              <a:rPr lang="zh-CN" altLang="en-US" sz="1100" dirty="0">
                <a:solidFill>
                  <a:srgbClr val="C53929"/>
                </a:solidFill>
                <a:latin typeface="JetBrains Mono"/>
                <a:ea typeface="JetBrains Mono"/>
                <a:cs typeface="JetBrains Mono"/>
                <a:sym typeface="JetBrains Mono"/>
              </a:rPr>
              <a:t>不能重新赋值</a:t>
            </a:r>
            <a:endParaRPr dirty="0">
              <a:solidFill>
                <a:srgbClr val="3F51B5"/>
              </a:solidFill>
              <a:latin typeface="JetBrains Mono"/>
              <a:ea typeface="JetBrains Mono"/>
              <a:cs typeface="JetBrains Mono"/>
              <a:sym typeface="JetBrains Mono"/>
            </a:endParaRPr>
          </a:p>
          <a:p>
            <a:pPr marL="0" lvl="0" indent="0" algn="l" rtl="0">
              <a:lnSpc>
                <a:spcPct val="115000"/>
              </a:lnSpc>
              <a:spcBef>
                <a:spcPts val="200"/>
              </a:spcBef>
              <a:spcAft>
                <a:spcPts val="0"/>
              </a:spcAft>
              <a:buNone/>
            </a:pPr>
            <a:endParaRPr sz="1100" dirty="0"/>
          </a:p>
          <a:p>
            <a:pPr marL="0" lvl="0" indent="0" algn="l" rtl="0">
              <a:lnSpc>
                <a:spcPct val="115000"/>
              </a:lnSpc>
              <a:spcBef>
                <a:spcPts val="200"/>
              </a:spcBef>
              <a:spcAft>
                <a:spcPts val="0"/>
              </a:spcAft>
              <a:buClr>
                <a:schemeClr val="dk1"/>
              </a:buClr>
              <a:buSzPts val="1800"/>
              <a:buFont typeface="Arial"/>
              <a:buNone/>
            </a:pPr>
            <a:endParaRPr dirty="0"/>
          </a:p>
          <a:p>
            <a:pPr marL="0" lvl="0" indent="0" algn="l" rtl="0">
              <a:lnSpc>
                <a:spcPct val="115000"/>
              </a:lnSpc>
              <a:spcBef>
                <a:spcPts val="200"/>
              </a:spcBef>
              <a:spcAft>
                <a:spcPts val="0"/>
              </a:spcAft>
              <a:buNone/>
            </a:pPr>
            <a:endParaRPr dirty="0"/>
          </a:p>
          <a:p>
            <a:pPr marL="0" lvl="0" indent="0" algn="l" rtl="0">
              <a:lnSpc>
                <a:spcPct val="115000"/>
              </a:lnSpc>
              <a:spcBef>
                <a:spcPts val="200"/>
              </a:spcBef>
              <a:spcAft>
                <a:spcPts val="200"/>
              </a:spcAft>
              <a:buNone/>
            </a:pPr>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7"/>
          <p:cNvSpPr txBox="1">
            <a:spLocks noGrp="1"/>
          </p:cNvSpPr>
          <p:nvPr>
            <p:ph type="title"/>
          </p:nvPr>
        </p:nvSpPr>
        <p:spPr>
          <a:xfrm>
            <a:off x="292608" y="292608"/>
            <a:ext cx="8503800" cy="457200"/>
          </a:xfrm>
          <a:prstGeom prst="rect">
            <a:avLst/>
          </a:prstGeom>
          <a:noFill/>
          <a:ln>
            <a:noFill/>
          </a:ln>
        </p:spPr>
        <p:txBody>
          <a:bodyPr spcFirstLastPara="1" wrap="square" lIns="0" tIns="91425" rIns="0" bIns="91425" anchor="t" anchorCtr="0">
            <a:noAutofit/>
          </a:bodyPr>
          <a:lstStyle/>
          <a:p>
            <a:pPr marL="0" lvl="0" indent="0" algn="l" rtl="0">
              <a:spcBef>
                <a:spcPts val="0"/>
              </a:spcBef>
              <a:spcAft>
                <a:spcPts val="0"/>
              </a:spcAft>
              <a:buSzPts val="2800"/>
              <a:buNone/>
            </a:pPr>
            <a:r>
              <a:rPr lang="zh-CN" altLang="en-US" dirty="0"/>
              <a:t>变量</a:t>
            </a:r>
            <a:endParaRPr dirty="0"/>
          </a:p>
        </p:txBody>
      </p:sp>
      <p:sp>
        <p:nvSpPr>
          <p:cNvPr id="91" name="Google Shape;91;p17"/>
          <p:cNvSpPr txBox="1">
            <a:spLocks noGrp="1"/>
          </p:cNvSpPr>
          <p:nvPr>
            <p:ph type="body" idx="1"/>
          </p:nvPr>
        </p:nvSpPr>
        <p:spPr>
          <a:xfrm>
            <a:off x="292600" y="1335026"/>
            <a:ext cx="8419800" cy="3066000"/>
          </a:xfrm>
          <a:prstGeom prst="rect">
            <a:avLst/>
          </a:prstGeom>
        </p:spPr>
        <p:txBody>
          <a:bodyPr spcFirstLastPara="1" wrap="square" lIns="0" tIns="73150" rIns="0" bIns="0" anchor="t" anchorCtr="0">
            <a:noAutofit/>
          </a:bodyPr>
          <a:lstStyle/>
          <a:p>
            <a:pPr marL="0" lvl="0" indent="0" algn="l" rtl="0">
              <a:spcBef>
                <a:spcPts val="0"/>
              </a:spcBef>
              <a:spcAft>
                <a:spcPts val="0"/>
              </a:spcAft>
              <a:buClr>
                <a:schemeClr val="dk1"/>
              </a:buClr>
              <a:buSzPts val="1800"/>
              <a:buFont typeface="Arial"/>
              <a:buNone/>
            </a:pPr>
            <a:r>
              <a:rPr lang="en" dirty="0">
                <a:solidFill>
                  <a:srgbClr val="3F51B5"/>
                </a:solidFill>
                <a:latin typeface="JetBrains Mono"/>
                <a:ea typeface="JetBrains Mono"/>
                <a:cs typeface="JetBrains Mono"/>
                <a:sym typeface="JetBrains Mono"/>
              </a:rPr>
              <a:t>const val</a:t>
            </a:r>
            <a:r>
              <a:rPr lang="en" dirty="0">
                <a:latin typeface="JetBrains Mono"/>
                <a:ea typeface="JetBrains Mono"/>
                <a:cs typeface="JetBrains Mono"/>
                <a:sym typeface="JetBrains Mono"/>
              </a:rPr>
              <a:t>/</a:t>
            </a:r>
            <a:r>
              <a:rPr lang="en" dirty="0">
                <a:solidFill>
                  <a:srgbClr val="3F51B5"/>
                </a:solidFill>
                <a:latin typeface="JetBrains Mono"/>
                <a:ea typeface="JetBrains Mono"/>
                <a:cs typeface="JetBrains Mono"/>
                <a:sym typeface="JetBrains Mono"/>
              </a:rPr>
              <a:t>val</a:t>
            </a:r>
            <a:r>
              <a:rPr lang="en" dirty="0">
                <a:solidFill>
                  <a:srgbClr val="37474F"/>
                </a:solidFill>
                <a:latin typeface="JetBrains Mono"/>
                <a:ea typeface="JetBrains Mono"/>
                <a:cs typeface="JetBrains Mono"/>
                <a:sym typeface="JetBrains Mono"/>
              </a:rPr>
              <a:t> myValue: Type = someValue</a:t>
            </a:r>
            <a:endParaRPr dirty="0"/>
          </a:p>
          <a:p>
            <a:pPr marL="457200" lvl="0" indent="-317500" algn="l" rtl="0">
              <a:lnSpc>
                <a:spcPct val="115000"/>
              </a:lnSpc>
              <a:spcBef>
                <a:spcPts val="600"/>
              </a:spcBef>
              <a:spcAft>
                <a:spcPts val="0"/>
              </a:spcAft>
              <a:buSzPts val="1400"/>
              <a:buChar char="●"/>
            </a:pPr>
            <a:r>
              <a:rPr lang="en" dirty="0">
                <a:solidFill>
                  <a:srgbClr val="3F51B5"/>
                </a:solidFill>
                <a:latin typeface="JetBrains Mono"/>
                <a:ea typeface="JetBrains Mono"/>
                <a:cs typeface="JetBrains Mono"/>
                <a:sym typeface="JetBrains Mono"/>
              </a:rPr>
              <a:t>const val</a:t>
            </a:r>
            <a:r>
              <a:rPr lang="en" dirty="0"/>
              <a:t> - </a:t>
            </a:r>
            <a:r>
              <a:rPr lang="zh-CN" altLang="en-US" dirty="0"/>
              <a:t>编译时值</a:t>
            </a:r>
            <a:endParaRPr dirty="0"/>
          </a:p>
          <a:p>
            <a:pPr marL="457200" lvl="0" indent="-317500" algn="l" rtl="0">
              <a:lnSpc>
                <a:spcPct val="115000"/>
              </a:lnSpc>
              <a:spcBef>
                <a:spcPts val="600"/>
              </a:spcBef>
              <a:spcAft>
                <a:spcPts val="0"/>
              </a:spcAft>
              <a:buSzPts val="1400"/>
              <a:buChar char="●"/>
            </a:pPr>
            <a:r>
              <a:rPr lang="en" dirty="0">
                <a:solidFill>
                  <a:srgbClr val="3F51B5"/>
                </a:solidFill>
                <a:latin typeface="JetBrains Mono"/>
                <a:ea typeface="JetBrains Mono"/>
                <a:cs typeface="JetBrains Mono"/>
                <a:sym typeface="JetBrains Mono"/>
              </a:rPr>
              <a:t>val</a:t>
            </a:r>
            <a:r>
              <a:rPr lang="en" dirty="0"/>
              <a:t> - </a:t>
            </a:r>
            <a:r>
              <a:rPr lang="zh-CN" altLang="en-US" dirty="0"/>
              <a:t>不可变值</a:t>
            </a:r>
            <a:endParaRPr dirty="0"/>
          </a:p>
          <a:p>
            <a:pPr marL="457200" lvl="0" indent="-317500" algn="l" rtl="0">
              <a:lnSpc>
                <a:spcPct val="115000"/>
              </a:lnSpc>
              <a:spcBef>
                <a:spcPts val="600"/>
              </a:spcBef>
              <a:spcAft>
                <a:spcPts val="0"/>
              </a:spcAft>
              <a:buSzPts val="1400"/>
              <a:buChar char="●"/>
            </a:pPr>
            <a:r>
              <a:rPr lang="zh-CN" altLang="en-US" dirty="0"/>
              <a:t>对于</a:t>
            </a:r>
            <a:r>
              <a:rPr lang="en" dirty="0"/>
              <a:t> </a:t>
            </a:r>
            <a:r>
              <a:rPr lang="en" dirty="0">
                <a:solidFill>
                  <a:srgbClr val="3F51B5"/>
                </a:solidFill>
                <a:latin typeface="JetBrains Mono"/>
                <a:ea typeface="JetBrains Mono"/>
                <a:cs typeface="JetBrains Mono"/>
                <a:sym typeface="JetBrains Mono"/>
              </a:rPr>
              <a:t>const val</a:t>
            </a:r>
            <a:r>
              <a:rPr lang="zh-CN" altLang="en-US" dirty="0">
                <a:solidFill>
                  <a:srgbClr val="3F51B5"/>
                </a:solidFill>
                <a:latin typeface="JetBrains Mono"/>
                <a:ea typeface="JetBrains Mono"/>
                <a:cs typeface="JetBrains Mono"/>
                <a:sym typeface="JetBrains Mono"/>
              </a:rPr>
              <a:t>，</a:t>
            </a:r>
            <a:r>
              <a:rPr lang="zh-CN" altLang="en-US" dirty="0"/>
              <a:t>使用大写字母命名</a:t>
            </a:r>
            <a:endParaRPr dirty="0"/>
          </a:p>
          <a:p>
            <a:pPr marL="457200" lvl="0" indent="0" algn="l" rtl="0">
              <a:spcBef>
                <a:spcPts val="600"/>
              </a:spcBef>
              <a:spcAft>
                <a:spcPts val="0"/>
              </a:spcAft>
              <a:buNone/>
            </a:pPr>
            <a:endParaRPr dirty="0"/>
          </a:p>
          <a:p>
            <a:pPr marL="0" lvl="0" indent="0" algn="l" rtl="0">
              <a:spcBef>
                <a:spcPts val="600"/>
              </a:spcBef>
              <a:spcAft>
                <a:spcPts val="0"/>
              </a:spcAft>
              <a:buNone/>
            </a:pPr>
            <a:r>
              <a:rPr lang="en" dirty="0">
                <a:solidFill>
                  <a:srgbClr val="3F51B5"/>
                </a:solidFill>
                <a:latin typeface="JetBrains Mono"/>
                <a:ea typeface="JetBrains Mono"/>
                <a:cs typeface="JetBrains Mono"/>
                <a:sym typeface="JetBrains Mono"/>
              </a:rPr>
              <a:t>const val</a:t>
            </a:r>
            <a:r>
              <a:rPr lang="en" dirty="0">
                <a:solidFill>
                  <a:srgbClr val="37474F"/>
                </a:solidFill>
                <a:latin typeface="JetBrains Mono"/>
                <a:ea typeface="JetBrains Mono"/>
                <a:cs typeface="JetBrains Mono"/>
                <a:sym typeface="JetBrains Mono"/>
              </a:rPr>
              <a:t> </a:t>
            </a:r>
            <a:r>
              <a:rPr lang="en" b="1" dirty="0">
                <a:solidFill>
                  <a:srgbClr val="660E7A"/>
                </a:solidFill>
                <a:highlight>
                  <a:schemeClr val="lt1"/>
                </a:highlight>
                <a:latin typeface="JetBrains Mono"/>
                <a:ea typeface="JetBrains Mono"/>
                <a:cs typeface="JetBrains Mono"/>
                <a:sym typeface="JetBrains Mono"/>
              </a:rPr>
              <a:t>NAME</a:t>
            </a:r>
            <a:r>
              <a:rPr lang="en" dirty="0">
                <a:solidFill>
                  <a:srgbClr val="37474F"/>
                </a:solidFill>
                <a:latin typeface="JetBrains Mono"/>
                <a:ea typeface="JetBrains Mono"/>
                <a:cs typeface="JetBrains Mono"/>
                <a:sym typeface="JetBrains Mono"/>
              </a:rPr>
              <a:t> = </a:t>
            </a:r>
            <a:r>
              <a:rPr lang="en" b="1" dirty="0">
                <a:solidFill>
                  <a:srgbClr val="008000"/>
                </a:solidFill>
                <a:highlight>
                  <a:schemeClr val="lt1"/>
                </a:highlight>
                <a:latin typeface="JetBrains Mono"/>
                <a:ea typeface="JetBrains Mono"/>
                <a:cs typeface="JetBrains Mono"/>
                <a:sym typeface="JetBrains Mono"/>
              </a:rPr>
              <a:t>“Kotlin”</a:t>
            </a:r>
            <a:r>
              <a:rPr lang="en" dirty="0">
                <a:solidFill>
                  <a:srgbClr val="37474F"/>
                </a:solidFill>
                <a:latin typeface="JetBrains Mono"/>
                <a:ea typeface="JetBrains Mono"/>
                <a:cs typeface="JetBrains Mono"/>
                <a:sym typeface="JetBrains Mono"/>
              </a:rPr>
              <a:t>	</a:t>
            </a:r>
            <a:r>
              <a:rPr lang="en" dirty="0">
                <a:solidFill>
                  <a:srgbClr val="388E3C"/>
                </a:solidFill>
                <a:latin typeface="JetBrains Mono"/>
                <a:ea typeface="JetBrains Mono"/>
                <a:cs typeface="JetBrains Mono"/>
                <a:sym typeface="JetBrains Mono"/>
              </a:rPr>
              <a:t>// </a:t>
            </a:r>
            <a:r>
              <a:rPr lang="zh-CN" altLang="en-US" dirty="0">
                <a:solidFill>
                  <a:srgbClr val="388E3C"/>
                </a:solidFill>
                <a:latin typeface="JetBrains Mono"/>
                <a:ea typeface="JetBrains Mono"/>
                <a:cs typeface="JetBrains Mono"/>
                <a:sym typeface="JetBrains Mono"/>
              </a:rPr>
              <a:t>可在编译时推算</a:t>
            </a:r>
            <a:endParaRPr dirty="0">
              <a:solidFill>
                <a:srgbClr val="388E3C"/>
              </a:solidFill>
              <a:latin typeface="JetBrains Mono"/>
              <a:ea typeface="JetBrains Mono"/>
              <a:cs typeface="JetBrains Mono"/>
              <a:sym typeface="JetBrains Mono"/>
            </a:endParaRPr>
          </a:p>
          <a:p>
            <a:pPr marL="0" lvl="0" indent="0">
              <a:spcBef>
                <a:spcPts val="600"/>
              </a:spcBef>
              <a:spcAft>
                <a:spcPts val="600"/>
              </a:spcAft>
              <a:buNone/>
            </a:pPr>
            <a:r>
              <a:rPr lang="en" dirty="0">
                <a:solidFill>
                  <a:srgbClr val="3F51B5"/>
                </a:solidFill>
                <a:latin typeface="JetBrains Mono"/>
                <a:ea typeface="JetBrains Mono"/>
                <a:cs typeface="JetBrains Mono"/>
                <a:sym typeface="JetBrains Mono"/>
              </a:rPr>
              <a:t>val</a:t>
            </a:r>
            <a:r>
              <a:rPr lang="en" dirty="0">
                <a:solidFill>
                  <a:srgbClr val="37474F"/>
                </a:solidFill>
                <a:latin typeface="JetBrains Mono"/>
                <a:ea typeface="JetBrains Mono"/>
                <a:cs typeface="JetBrains Mono"/>
                <a:sym typeface="JetBrains Mono"/>
              </a:rPr>
              <a:t> nameLowered = </a:t>
            </a:r>
            <a:r>
              <a:rPr lang="en" b="1" dirty="0">
                <a:solidFill>
                  <a:srgbClr val="660E7A"/>
                </a:solidFill>
                <a:highlight>
                  <a:schemeClr val="lt1"/>
                </a:highlight>
                <a:latin typeface="JetBrains Mono"/>
                <a:ea typeface="JetBrains Mono"/>
                <a:cs typeface="JetBrains Mono"/>
                <a:sym typeface="JetBrains Mono"/>
              </a:rPr>
              <a:t>NAME</a:t>
            </a:r>
            <a:r>
              <a:rPr lang="en" dirty="0">
                <a:highlight>
                  <a:schemeClr val="lt1"/>
                </a:highlight>
                <a:latin typeface="JetBrains Mono"/>
                <a:ea typeface="JetBrains Mono"/>
                <a:cs typeface="JetBrains Mono"/>
                <a:sym typeface="JetBrains Mono"/>
              </a:rPr>
              <a:t>.</a:t>
            </a:r>
            <a:r>
              <a:rPr lang="en" i="1" dirty="0">
                <a:highlight>
                  <a:schemeClr val="lt1"/>
                </a:highlight>
                <a:latin typeface="JetBrains Mono"/>
                <a:ea typeface="JetBrains Mono"/>
                <a:cs typeface="JetBrains Mono"/>
                <a:sym typeface="JetBrains Mono"/>
              </a:rPr>
              <a:t>lowercase</a:t>
            </a:r>
            <a:r>
              <a:rPr lang="en" dirty="0">
                <a:highlight>
                  <a:schemeClr val="lt1"/>
                </a:highlight>
                <a:latin typeface="JetBrains Mono"/>
                <a:ea typeface="JetBrains Mono"/>
                <a:cs typeface="JetBrains Mono"/>
                <a:sym typeface="JetBrains Mono"/>
              </a:rPr>
              <a:t>()</a:t>
            </a:r>
            <a:r>
              <a:rPr lang="en" dirty="0">
                <a:solidFill>
                  <a:srgbClr val="37474F"/>
                </a:solidFill>
                <a:latin typeface="JetBrains Mono"/>
                <a:ea typeface="JetBrains Mono"/>
                <a:cs typeface="JetBrains Mono"/>
                <a:sym typeface="JetBrains Mono"/>
              </a:rPr>
              <a:t>	 </a:t>
            </a:r>
            <a:r>
              <a:rPr lang="en" dirty="0">
                <a:solidFill>
                  <a:srgbClr val="388E3C"/>
                </a:solidFill>
                <a:latin typeface="JetBrains Mono"/>
                <a:ea typeface="JetBrains Mono"/>
                <a:cs typeface="JetBrains Mono"/>
                <a:sym typeface="JetBrains Mono"/>
              </a:rPr>
              <a:t>// </a:t>
            </a:r>
            <a:r>
              <a:rPr lang="zh-CN" altLang="en-US" dirty="0">
                <a:solidFill>
                  <a:srgbClr val="388E3C"/>
                </a:solidFill>
                <a:latin typeface="JetBrains Mono"/>
                <a:ea typeface="JetBrains Mono"/>
                <a:cs typeface="JetBrains Mono"/>
                <a:sym typeface="JetBrains Mono"/>
              </a:rPr>
              <a:t>在编译时无法推算</a:t>
            </a:r>
            <a:endParaRP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8"/>
          <p:cNvSpPr txBox="1">
            <a:spLocks noGrp="1"/>
          </p:cNvSpPr>
          <p:nvPr>
            <p:ph type="title"/>
          </p:nvPr>
        </p:nvSpPr>
        <p:spPr>
          <a:xfrm>
            <a:off x="292608" y="292608"/>
            <a:ext cx="8503800" cy="45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SzPts val="2800"/>
              <a:buNone/>
            </a:pPr>
            <a:r>
              <a:rPr lang="zh-CN" altLang="en-US" dirty="0"/>
              <a:t>函数</a:t>
            </a:r>
            <a:endParaRPr dirty="0"/>
          </a:p>
        </p:txBody>
      </p:sp>
      <p:sp>
        <p:nvSpPr>
          <p:cNvPr id="97" name="Google Shape;97;p18"/>
          <p:cNvSpPr txBox="1">
            <a:spLocks noGrp="1"/>
          </p:cNvSpPr>
          <p:nvPr>
            <p:ph type="body" idx="4294967295"/>
          </p:nvPr>
        </p:nvSpPr>
        <p:spPr>
          <a:xfrm>
            <a:off x="292608" y="1335024"/>
            <a:ext cx="5179500" cy="34245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800"/>
              <a:buNone/>
            </a:pPr>
            <a:r>
              <a:rPr lang="en" sz="1100">
                <a:solidFill>
                  <a:srgbClr val="3F51B5"/>
                </a:solidFill>
                <a:latin typeface="JetBrains Mono"/>
                <a:ea typeface="JetBrains Mono"/>
                <a:cs typeface="JetBrains Mono"/>
                <a:sym typeface="JetBrains Mono"/>
              </a:rPr>
              <a:t>fun</a:t>
            </a:r>
            <a:r>
              <a:rPr lang="en" sz="1100">
                <a:solidFill>
                  <a:srgbClr val="37474F"/>
                </a:solidFill>
                <a:latin typeface="JetBrains Mono"/>
                <a:ea typeface="JetBrains Mono"/>
                <a:cs typeface="JetBrains Mono"/>
                <a:sym typeface="JetBrains Mono"/>
              </a:rPr>
              <a:t> sum(a: Int, b: Int): Int {</a:t>
            </a:r>
            <a:endParaRPr sz="1100">
              <a:solidFill>
                <a:srgbClr val="37474F"/>
              </a:solidFill>
              <a:latin typeface="JetBrains Mono"/>
              <a:ea typeface="JetBrains Mono"/>
              <a:cs typeface="JetBrains Mono"/>
              <a:sym typeface="JetBrains Mono"/>
            </a:endParaRPr>
          </a:p>
          <a:p>
            <a:pPr marL="0" marR="0" lvl="0" indent="0" algn="l" rtl="0">
              <a:lnSpc>
                <a:spcPct val="115000"/>
              </a:lnSpc>
              <a:spcBef>
                <a:spcPts val="200"/>
              </a:spcBef>
              <a:spcAft>
                <a:spcPts val="0"/>
              </a:spcAft>
              <a:buSzPts val="1800"/>
              <a:buNone/>
            </a:pPr>
            <a:r>
              <a:rPr lang="en" sz="1100">
                <a:solidFill>
                  <a:srgbClr val="37474F"/>
                </a:solidFill>
                <a:latin typeface="JetBrains Mono"/>
                <a:ea typeface="JetBrains Mono"/>
                <a:cs typeface="JetBrains Mono"/>
                <a:sym typeface="JetBrains Mono"/>
              </a:rPr>
              <a:t>	</a:t>
            </a:r>
            <a:r>
              <a:rPr lang="en" sz="1100">
                <a:solidFill>
                  <a:srgbClr val="3F51B5"/>
                </a:solidFill>
                <a:latin typeface="JetBrains Mono"/>
                <a:ea typeface="JetBrains Mono"/>
                <a:cs typeface="JetBrains Mono"/>
                <a:sym typeface="JetBrains Mono"/>
              </a:rPr>
              <a:t>return</a:t>
            </a:r>
            <a:r>
              <a:rPr lang="en" sz="1100">
                <a:solidFill>
                  <a:srgbClr val="37474F"/>
                </a:solidFill>
                <a:latin typeface="JetBrains Mono"/>
                <a:ea typeface="JetBrains Mono"/>
                <a:cs typeface="JetBrains Mono"/>
                <a:sym typeface="JetBrains Mono"/>
              </a:rPr>
              <a:t> a + b</a:t>
            </a:r>
            <a:endParaRPr sz="1100">
              <a:solidFill>
                <a:srgbClr val="37474F"/>
              </a:solidFill>
              <a:latin typeface="JetBrains Mono"/>
              <a:ea typeface="JetBrains Mono"/>
              <a:cs typeface="JetBrains Mono"/>
              <a:sym typeface="JetBrains Mono"/>
            </a:endParaRPr>
          </a:p>
          <a:p>
            <a:pPr marL="0" lvl="0" indent="0" algn="l" rtl="0">
              <a:lnSpc>
                <a:spcPct val="115000"/>
              </a:lnSpc>
              <a:spcBef>
                <a:spcPts val="200"/>
              </a:spcBef>
              <a:spcAft>
                <a:spcPts val="0"/>
              </a:spcAft>
              <a:buSzPts val="1800"/>
              <a:buNone/>
            </a:pPr>
            <a:r>
              <a:rPr lang="en" sz="1100">
                <a:solidFill>
                  <a:srgbClr val="37474F"/>
                </a:solidFill>
                <a:latin typeface="JetBrains Mono"/>
                <a:ea typeface="JetBrains Mono"/>
                <a:cs typeface="JetBrains Mono"/>
                <a:sym typeface="JetBrains Mono"/>
              </a:rPr>
              <a:t>}</a:t>
            </a:r>
            <a:endParaRPr sz="1100">
              <a:solidFill>
                <a:srgbClr val="37474F"/>
              </a:solidFill>
              <a:latin typeface="JetBrains Mono"/>
              <a:ea typeface="JetBrains Mono"/>
              <a:cs typeface="JetBrains Mono"/>
              <a:sym typeface="JetBrains Mono"/>
            </a:endParaRPr>
          </a:p>
          <a:p>
            <a:pPr marL="0" lvl="0" indent="0" algn="l" rtl="0">
              <a:lnSpc>
                <a:spcPct val="115000"/>
              </a:lnSpc>
              <a:spcBef>
                <a:spcPts val="200"/>
              </a:spcBef>
              <a:spcAft>
                <a:spcPts val="0"/>
              </a:spcAft>
              <a:buSzPts val="1800"/>
              <a:buNone/>
            </a:pPr>
            <a:endParaRPr sz="1100">
              <a:solidFill>
                <a:srgbClr val="37474F"/>
              </a:solidFill>
              <a:latin typeface="JetBrains Mono"/>
              <a:ea typeface="JetBrains Mono"/>
              <a:cs typeface="JetBrains Mono"/>
              <a:sym typeface="JetBrains Mono"/>
            </a:endParaRPr>
          </a:p>
          <a:p>
            <a:pPr marL="0" lvl="0" indent="0" algn="l" rtl="0">
              <a:lnSpc>
                <a:spcPct val="115000"/>
              </a:lnSpc>
              <a:spcBef>
                <a:spcPts val="200"/>
              </a:spcBef>
              <a:spcAft>
                <a:spcPts val="0"/>
              </a:spcAft>
              <a:buClr>
                <a:schemeClr val="dk1"/>
              </a:buClr>
              <a:buSzPts val="1800"/>
              <a:buFont typeface="Arial"/>
              <a:buNone/>
            </a:pPr>
            <a:r>
              <a:rPr lang="en" sz="1100">
                <a:solidFill>
                  <a:srgbClr val="3F51B5"/>
                </a:solidFill>
                <a:latin typeface="JetBrains Mono"/>
                <a:ea typeface="JetBrains Mono"/>
                <a:cs typeface="JetBrains Mono"/>
                <a:sym typeface="JetBrains Mono"/>
              </a:rPr>
              <a:t>fun</a:t>
            </a:r>
            <a:r>
              <a:rPr lang="en" sz="1100">
                <a:solidFill>
                  <a:srgbClr val="37474F"/>
                </a:solidFill>
                <a:latin typeface="JetBrains Mono"/>
                <a:ea typeface="JetBrains Mono"/>
                <a:cs typeface="JetBrains Mono"/>
                <a:sym typeface="JetBrains Mono"/>
              </a:rPr>
              <a:t> mul(a: Int, b: Int) = a * b</a:t>
            </a:r>
            <a:endParaRPr sz="1100">
              <a:solidFill>
                <a:srgbClr val="37474F"/>
              </a:solidFill>
              <a:latin typeface="JetBrains Mono"/>
              <a:ea typeface="JetBrains Mono"/>
              <a:cs typeface="JetBrains Mono"/>
              <a:sym typeface="JetBrains Mono"/>
            </a:endParaRPr>
          </a:p>
          <a:p>
            <a:pPr marL="0" lvl="0" indent="0" algn="l" rtl="0">
              <a:lnSpc>
                <a:spcPct val="115000"/>
              </a:lnSpc>
              <a:spcBef>
                <a:spcPts val="200"/>
              </a:spcBef>
              <a:spcAft>
                <a:spcPts val="0"/>
              </a:spcAft>
              <a:buClr>
                <a:schemeClr val="dk1"/>
              </a:buClr>
              <a:buSzPts val="1800"/>
              <a:buFont typeface="Arial"/>
              <a:buNone/>
            </a:pPr>
            <a:endParaRPr sz="1100">
              <a:solidFill>
                <a:srgbClr val="3F51B5"/>
              </a:solidFill>
              <a:latin typeface="JetBrains Mono"/>
              <a:ea typeface="JetBrains Mono"/>
              <a:cs typeface="JetBrains Mono"/>
              <a:sym typeface="JetBrains Mono"/>
            </a:endParaRPr>
          </a:p>
          <a:p>
            <a:pPr marL="0" lvl="0" indent="0" algn="l" rtl="0">
              <a:lnSpc>
                <a:spcPct val="115000"/>
              </a:lnSpc>
              <a:spcBef>
                <a:spcPts val="200"/>
              </a:spcBef>
              <a:spcAft>
                <a:spcPts val="0"/>
              </a:spcAft>
              <a:buClr>
                <a:schemeClr val="dk1"/>
              </a:buClr>
              <a:buSzPts val="1800"/>
              <a:buFont typeface="Arial"/>
              <a:buNone/>
            </a:pPr>
            <a:r>
              <a:rPr lang="en" sz="1100">
                <a:solidFill>
                  <a:srgbClr val="3F51B5"/>
                </a:solidFill>
                <a:latin typeface="JetBrains Mono"/>
                <a:ea typeface="JetBrains Mono"/>
                <a:cs typeface="JetBrains Mono"/>
                <a:sym typeface="JetBrains Mono"/>
              </a:rPr>
              <a:t>fun</a:t>
            </a:r>
            <a:r>
              <a:rPr lang="en" sz="1100">
                <a:solidFill>
                  <a:srgbClr val="37474F"/>
                </a:solidFill>
                <a:latin typeface="JetBrains Mono"/>
                <a:ea typeface="JetBrains Mono"/>
                <a:cs typeface="JetBrains Mono"/>
                <a:sym typeface="JetBrains Mono"/>
              </a:rPr>
              <a:t> printMul(a: Int, b: Int): Unit {</a:t>
            </a:r>
            <a:endParaRPr sz="1100">
              <a:solidFill>
                <a:srgbClr val="37474F"/>
              </a:solidFill>
              <a:latin typeface="JetBrains Mono"/>
              <a:ea typeface="JetBrains Mono"/>
              <a:cs typeface="JetBrains Mono"/>
              <a:sym typeface="JetBrains Mono"/>
            </a:endParaRPr>
          </a:p>
          <a:p>
            <a:pPr marL="0" lvl="0" indent="0" algn="l" rtl="0">
              <a:lnSpc>
                <a:spcPct val="115000"/>
              </a:lnSpc>
              <a:spcBef>
                <a:spcPts val="200"/>
              </a:spcBef>
              <a:spcAft>
                <a:spcPts val="0"/>
              </a:spcAft>
              <a:buClr>
                <a:schemeClr val="dk1"/>
              </a:buClr>
              <a:buSzPts val="1800"/>
              <a:buFont typeface="Arial"/>
              <a:buNone/>
            </a:pPr>
            <a:r>
              <a:rPr lang="en" sz="1100">
                <a:solidFill>
                  <a:srgbClr val="37474F"/>
                </a:solidFill>
                <a:latin typeface="JetBrains Mono"/>
                <a:ea typeface="JetBrains Mono"/>
                <a:cs typeface="JetBrains Mono"/>
                <a:sym typeface="JetBrains Mono"/>
              </a:rPr>
              <a:t>	println(mul(a, b))</a:t>
            </a:r>
            <a:endParaRPr sz="1100">
              <a:solidFill>
                <a:srgbClr val="37474F"/>
              </a:solidFill>
              <a:latin typeface="JetBrains Mono"/>
              <a:ea typeface="JetBrains Mono"/>
              <a:cs typeface="JetBrains Mono"/>
              <a:sym typeface="JetBrains Mono"/>
            </a:endParaRPr>
          </a:p>
          <a:p>
            <a:pPr marL="0" lvl="0" indent="0" algn="l" rtl="0">
              <a:lnSpc>
                <a:spcPct val="115000"/>
              </a:lnSpc>
              <a:spcBef>
                <a:spcPts val="200"/>
              </a:spcBef>
              <a:spcAft>
                <a:spcPts val="0"/>
              </a:spcAft>
              <a:buClr>
                <a:schemeClr val="dk1"/>
              </a:buClr>
              <a:buSzPts val="1800"/>
              <a:buFont typeface="Arial"/>
              <a:buNone/>
            </a:pPr>
            <a:r>
              <a:rPr lang="en" sz="1100">
                <a:solidFill>
                  <a:srgbClr val="37474F"/>
                </a:solidFill>
                <a:latin typeface="JetBrains Mono"/>
                <a:ea typeface="JetBrains Mono"/>
                <a:cs typeface="JetBrains Mono"/>
                <a:sym typeface="JetBrains Mono"/>
              </a:rPr>
              <a:t>}</a:t>
            </a:r>
            <a:endParaRPr sz="1100">
              <a:solidFill>
                <a:srgbClr val="37474F"/>
              </a:solidFill>
              <a:latin typeface="JetBrains Mono"/>
              <a:ea typeface="JetBrains Mono"/>
              <a:cs typeface="JetBrains Mono"/>
              <a:sym typeface="JetBrains Mono"/>
            </a:endParaRPr>
          </a:p>
          <a:p>
            <a:pPr marL="0" lvl="0" indent="0" algn="l" rtl="0">
              <a:lnSpc>
                <a:spcPct val="115000"/>
              </a:lnSpc>
              <a:spcBef>
                <a:spcPts val="200"/>
              </a:spcBef>
              <a:spcAft>
                <a:spcPts val="0"/>
              </a:spcAft>
              <a:buClr>
                <a:schemeClr val="dk1"/>
              </a:buClr>
              <a:buSzPts val="1800"/>
              <a:buFont typeface="Arial"/>
              <a:buNone/>
            </a:pPr>
            <a:endParaRPr sz="1100">
              <a:solidFill>
                <a:srgbClr val="37474F"/>
              </a:solidFill>
              <a:latin typeface="JetBrains Mono"/>
              <a:ea typeface="JetBrains Mono"/>
              <a:cs typeface="JetBrains Mono"/>
              <a:sym typeface="JetBrains Mono"/>
            </a:endParaRPr>
          </a:p>
          <a:p>
            <a:pPr marL="0" lvl="0" indent="0" algn="l" rtl="0">
              <a:lnSpc>
                <a:spcPct val="115000"/>
              </a:lnSpc>
              <a:spcBef>
                <a:spcPts val="200"/>
              </a:spcBef>
              <a:spcAft>
                <a:spcPts val="0"/>
              </a:spcAft>
              <a:buClr>
                <a:schemeClr val="dk1"/>
              </a:buClr>
              <a:buSzPts val="1800"/>
              <a:buFont typeface="Arial"/>
              <a:buNone/>
            </a:pPr>
            <a:r>
              <a:rPr lang="en" sz="1100">
                <a:solidFill>
                  <a:srgbClr val="3F51B5"/>
                </a:solidFill>
                <a:latin typeface="JetBrains Mono"/>
                <a:ea typeface="JetBrains Mono"/>
                <a:cs typeface="JetBrains Mono"/>
                <a:sym typeface="JetBrains Mono"/>
              </a:rPr>
              <a:t>fun</a:t>
            </a:r>
            <a:r>
              <a:rPr lang="en" sz="1100">
                <a:solidFill>
                  <a:srgbClr val="37474F"/>
                </a:solidFill>
                <a:latin typeface="JetBrains Mono"/>
                <a:ea typeface="JetBrains Mono"/>
                <a:cs typeface="JetBrains Mono"/>
                <a:sym typeface="JetBrains Mono"/>
              </a:rPr>
              <a:t> printMul1(a: Int = 1, b: Int) {</a:t>
            </a:r>
            <a:endParaRPr sz="1100">
              <a:solidFill>
                <a:srgbClr val="37474F"/>
              </a:solidFill>
              <a:latin typeface="JetBrains Mono"/>
              <a:ea typeface="JetBrains Mono"/>
              <a:cs typeface="JetBrains Mono"/>
              <a:sym typeface="JetBrains Mono"/>
            </a:endParaRPr>
          </a:p>
          <a:p>
            <a:pPr marL="0" lvl="0" indent="0" algn="l" rtl="0">
              <a:lnSpc>
                <a:spcPct val="115000"/>
              </a:lnSpc>
              <a:spcBef>
                <a:spcPts val="200"/>
              </a:spcBef>
              <a:spcAft>
                <a:spcPts val="0"/>
              </a:spcAft>
              <a:buClr>
                <a:schemeClr val="dk1"/>
              </a:buClr>
              <a:buSzPts val="1800"/>
              <a:buFont typeface="Arial"/>
              <a:buNone/>
            </a:pPr>
            <a:r>
              <a:rPr lang="en" sz="1100">
                <a:solidFill>
                  <a:srgbClr val="37474F"/>
                </a:solidFill>
                <a:latin typeface="JetBrains Mono"/>
                <a:ea typeface="JetBrains Mono"/>
                <a:cs typeface="JetBrains Mono"/>
                <a:sym typeface="JetBrains Mono"/>
              </a:rPr>
              <a:t>	println(mul(a, b))</a:t>
            </a:r>
            <a:endParaRPr sz="1100">
              <a:solidFill>
                <a:srgbClr val="37474F"/>
              </a:solidFill>
              <a:latin typeface="JetBrains Mono"/>
              <a:ea typeface="JetBrains Mono"/>
              <a:cs typeface="JetBrains Mono"/>
              <a:sym typeface="JetBrains Mono"/>
            </a:endParaRPr>
          </a:p>
          <a:p>
            <a:pPr marL="0" lvl="0" indent="0" algn="l" rtl="0">
              <a:lnSpc>
                <a:spcPct val="115000"/>
              </a:lnSpc>
              <a:spcBef>
                <a:spcPts val="200"/>
              </a:spcBef>
              <a:spcAft>
                <a:spcPts val="0"/>
              </a:spcAft>
              <a:buClr>
                <a:schemeClr val="dk1"/>
              </a:buClr>
              <a:buSzPts val="1800"/>
              <a:buFont typeface="Arial"/>
              <a:buNone/>
            </a:pPr>
            <a:r>
              <a:rPr lang="en" sz="1100">
                <a:solidFill>
                  <a:srgbClr val="37474F"/>
                </a:solidFill>
                <a:latin typeface="JetBrains Mono"/>
                <a:ea typeface="JetBrains Mono"/>
                <a:cs typeface="JetBrains Mono"/>
                <a:sym typeface="JetBrains Mono"/>
              </a:rPr>
              <a:t>}</a:t>
            </a:r>
            <a:endParaRPr sz="1100">
              <a:solidFill>
                <a:srgbClr val="37474F"/>
              </a:solidFill>
              <a:latin typeface="JetBrains Mono"/>
              <a:ea typeface="JetBrains Mono"/>
              <a:cs typeface="JetBrains Mono"/>
              <a:sym typeface="JetBrains Mono"/>
            </a:endParaRPr>
          </a:p>
          <a:p>
            <a:pPr marL="0" lvl="0" indent="0" algn="l" rtl="0">
              <a:lnSpc>
                <a:spcPct val="115000"/>
              </a:lnSpc>
              <a:spcBef>
                <a:spcPts val="200"/>
              </a:spcBef>
              <a:spcAft>
                <a:spcPts val="0"/>
              </a:spcAft>
              <a:buClr>
                <a:schemeClr val="dk1"/>
              </a:buClr>
              <a:buSzPts val="1800"/>
              <a:buFont typeface="Arial"/>
              <a:buNone/>
            </a:pPr>
            <a:endParaRPr sz="1100">
              <a:solidFill>
                <a:srgbClr val="37474F"/>
              </a:solidFill>
              <a:latin typeface="JetBrains Mono"/>
              <a:ea typeface="JetBrains Mono"/>
              <a:cs typeface="JetBrains Mono"/>
              <a:sym typeface="JetBrains Mono"/>
            </a:endParaRPr>
          </a:p>
          <a:p>
            <a:pPr marL="0" lvl="0" indent="0" algn="l" rtl="0">
              <a:lnSpc>
                <a:spcPct val="115000"/>
              </a:lnSpc>
              <a:spcBef>
                <a:spcPts val="200"/>
              </a:spcBef>
              <a:spcAft>
                <a:spcPts val="0"/>
              </a:spcAft>
              <a:buClr>
                <a:schemeClr val="dk1"/>
              </a:buClr>
              <a:buSzPts val="1100"/>
              <a:buFont typeface="Arial"/>
              <a:buNone/>
            </a:pPr>
            <a:r>
              <a:rPr lang="en" sz="1100">
                <a:solidFill>
                  <a:srgbClr val="3F51B5"/>
                </a:solidFill>
                <a:latin typeface="JetBrains Mono"/>
                <a:ea typeface="JetBrains Mono"/>
                <a:cs typeface="JetBrains Mono"/>
                <a:sym typeface="JetBrains Mono"/>
              </a:rPr>
              <a:t>fun</a:t>
            </a:r>
            <a:r>
              <a:rPr lang="en" sz="1100">
                <a:solidFill>
                  <a:srgbClr val="37474F"/>
                </a:solidFill>
                <a:latin typeface="JetBrains Mono"/>
                <a:ea typeface="JetBrains Mono"/>
                <a:cs typeface="JetBrains Mono"/>
                <a:sym typeface="JetBrains Mono"/>
              </a:rPr>
              <a:t> printMul2(a: Int, b: Int = 1) = println(mul(a, b))</a:t>
            </a:r>
            <a:endParaRPr sz="1100">
              <a:solidFill>
                <a:srgbClr val="37474F"/>
              </a:solidFill>
              <a:latin typeface="JetBrains Mono"/>
              <a:ea typeface="JetBrains Mono"/>
              <a:cs typeface="JetBrains Mono"/>
              <a:sym typeface="JetBrains Mono"/>
            </a:endParaRPr>
          </a:p>
          <a:p>
            <a:pPr marL="0" lvl="0" indent="0" algn="l" rtl="0">
              <a:lnSpc>
                <a:spcPct val="115000"/>
              </a:lnSpc>
              <a:spcBef>
                <a:spcPts val="200"/>
              </a:spcBef>
              <a:spcAft>
                <a:spcPts val="0"/>
              </a:spcAft>
              <a:buClr>
                <a:schemeClr val="dk1"/>
              </a:buClr>
              <a:buSzPts val="1800"/>
              <a:buFont typeface="Arial"/>
              <a:buNone/>
            </a:pPr>
            <a:endParaRPr sz="1100">
              <a:solidFill>
                <a:srgbClr val="37474F"/>
              </a:solidFill>
              <a:latin typeface="JetBrains Mono"/>
              <a:ea typeface="JetBrains Mono"/>
              <a:cs typeface="JetBrains Mono"/>
              <a:sym typeface="JetBrains Mono"/>
            </a:endParaRPr>
          </a:p>
          <a:p>
            <a:pPr marL="0" lvl="0" indent="0" algn="l" rtl="0">
              <a:lnSpc>
                <a:spcPct val="115000"/>
              </a:lnSpc>
              <a:spcBef>
                <a:spcPts val="200"/>
              </a:spcBef>
              <a:spcAft>
                <a:spcPts val="0"/>
              </a:spcAft>
              <a:buClr>
                <a:schemeClr val="dk1"/>
              </a:buClr>
              <a:buSzPts val="1800"/>
              <a:buFont typeface="Arial"/>
              <a:buNone/>
            </a:pPr>
            <a:endParaRPr sz="1100">
              <a:solidFill>
                <a:srgbClr val="37474F"/>
              </a:solidFill>
              <a:latin typeface="JetBrains Mono"/>
              <a:ea typeface="JetBrains Mono"/>
              <a:cs typeface="JetBrains Mono"/>
              <a:sym typeface="JetBrains Mono"/>
            </a:endParaRPr>
          </a:p>
          <a:p>
            <a:pPr marL="0" lvl="0" indent="0" algn="l" rtl="0">
              <a:lnSpc>
                <a:spcPct val="115000"/>
              </a:lnSpc>
              <a:spcBef>
                <a:spcPts val="200"/>
              </a:spcBef>
              <a:spcAft>
                <a:spcPts val="200"/>
              </a:spcAft>
              <a:buSzPts val="1800"/>
              <a:buNone/>
            </a:pPr>
            <a:endParaRPr sz="1100">
              <a:solidFill>
                <a:srgbClr val="37474F"/>
              </a:solidFill>
              <a:latin typeface="JetBrains Mono"/>
              <a:ea typeface="JetBrains Mono"/>
              <a:cs typeface="JetBrains Mono"/>
              <a:sym typeface="JetBrains Mono"/>
            </a:endParaRPr>
          </a:p>
        </p:txBody>
      </p:sp>
      <p:sp>
        <p:nvSpPr>
          <p:cNvPr id="98" name="Google Shape;98;p18"/>
          <p:cNvSpPr txBox="1">
            <a:spLocks noGrp="1"/>
          </p:cNvSpPr>
          <p:nvPr>
            <p:ph type="body" idx="4294967295"/>
          </p:nvPr>
        </p:nvSpPr>
        <p:spPr>
          <a:xfrm>
            <a:off x="5731950" y="1335024"/>
            <a:ext cx="2940300" cy="2936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800"/>
              <a:buNone/>
            </a:pPr>
            <a:r>
              <a:rPr lang="zh-CN" altLang="en-US" sz="1100" dirty="0">
                <a:latin typeface="HONOR Sans CN" panose="02000500000000000000" pitchFamily="2" charset="-122"/>
                <a:ea typeface="HONOR Sans CN" panose="02000500000000000000" pitchFamily="2" charset="-122"/>
              </a:rPr>
              <a:t>单一表达式函数。</a:t>
            </a:r>
            <a:endParaRPr sz="1100" dirty="0">
              <a:latin typeface="HONOR Sans CN" panose="02000500000000000000" pitchFamily="2" charset="-122"/>
              <a:ea typeface="HONOR Sans CN" panose="02000500000000000000" pitchFamily="2" charset="-122"/>
            </a:endParaRPr>
          </a:p>
          <a:p>
            <a:pPr marL="0" lvl="0" indent="0" algn="l" rtl="0">
              <a:lnSpc>
                <a:spcPct val="115000"/>
              </a:lnSpc>
              <a:spcBef>
                <a:spcPts val="600"/>
              </a:spcBef>
              <a:spcAft>
                <a:spcPts val="0"/>
              </a:spcAft>
              <a:buSzPts val="1800"/>
              <a:buNone/>
            </a:pPr>
            <a:r>
              <a:rPr lang="en" sz="1100" dirty="0">
                <a:solidFill>
                  <a:srgbClr val="37474F"/>
                </a:solidFill>
                <a:latin typeface="JetBrains Mono"/>
                <a:ea typeface="JetBrains Mono"/>
                <a:cs typeface="JetBrains Mono"/>
                <a:sym typeface="JetBrains Mono"/>
              </a:rPr>
              <a:t>Unit </a:t>
            </a:r>
            <a:r>
              <a:rPr lang="zh-CN" altLang="en-US" sz="1100" dirty="0">
                <a:solidFill>
                  <a:srgbClr val="37474F"/>
                </a:solidFill>
                <a:latin typeface="JetBrains Mono"/>
                <a:ea typeface="JetBrains Mono"/>
                <a:cs typeface="JetBrains Mono"/>
                <a:sym typeface="JetBrains Mono"/>
              </a:rPr>
              <a:t>表示函数不返回任何有意义的内容。</a:t>
            </a:r>
            <a:endParaRPr lang="en-US" altLang="zh-CN" sz="1100" dirty="0">
              <a:solidFill>
                <a:srgbClr val="37474F"/>
              </a:solidFill>
              <a:latin typeface="JetBrains Mono"/>
              <a:ea typeface="JetBrains Mono"/>
              <a:cs typeface="JetBrains Mono"/>
              <a:sym typeface="JetBrains Mono"/>
            </a:endParaRPr>
          </a:p>
          <a:p>
            <a:pPr marL="0" lvl="0" indent="0" algn="l" rtl="0">
              <a:lnSpc>
                <a:spcPct val="115000"/>
              </a:lnSpc>
              <a:spcBef>
                <a:spcPts val="600"/>
              </a:spcBef>
              <a:spcAft>
                <a:spcPts val="0"/>
              </a:spcAft>
              <a:buSzPts val="1800"/>
              <a:buNone/>
            </a:pPr>
            <a:r>
              <a:rPr lang="zh-CN" altLang="en-US" sz="1100" dirty="0">
                <a:solidFill>
                  <a:srgbClr val="37474F"/>
                </a:solidFill>
                <a:latin typeface="JetBrains Mono"/>
                <a:ea typeface="JetBrains Mono"/>
                <a:cs typeface="JetBrains Mono"/>
                <a:sym typeface="JetBrains Mono"/>
              </a:rPr>
              <a:t>可以省略。</a:t>
            </a:r>
            <a:endParaRPr lang="en-US" altLang="zh-CN" sz="1100" dirty="0">
              <a:solidFill>
                <a:srgbClr val="37474F"/>
              </a:solidFill>
              <a:latin typeface="JetBrains Mono"/>
              <a:ea typeface="JetBrains Mono"/>
              <a:cs typeface="JetBrains Mono"/>
              <a:sym typeface="JetBrains Mono"/>
            </a:endParaRPr>
          </a:p>
          <a:p>
            <a:pPr marL="0" lvl="0" indent="0" algn="l" rtl="0">
              <a:lnSpc>
                <a:spcPct val="115000"/>
              </a:lnSpc>
              <a:spcBef>
                <a:spcPts val="600"/>
              </a:spcBef>
              <a:spcAft>
                <a:spcPts val="0"/>
              </a:spcAft>
              <a:buSzPts val="1800"/>
              <a:buNone/>
            </a:pPr>
            <a:r>
              <a:rPr lang="zh-CN" altLang="en-US" sz="1100" dirty="0">
                <a:solidFill>
                  <a:srgbClr val="37474F"/>
                </a:solidFill>
                <a:latin typeface="JetBrains Mono"/>
                <a:ea typeface="JetBrains Mono"/>
                <a:cs typeface="JetBrains Mono"/>
                <a:sym typeface="JetBrains Mono"/>
              </a:rPr>
              <a:t>参数可以有</a:t>
            </a:r>
            <a:r>
              <a:rPr lang="zh-CN" altLang="en-US" sz="1100" b="1" dirty="0">
                <a:solidFill>
                  <a:srgbClr val="37474F"/>
                </a:solidFill>
                <a:latin typeface="JetBrains Mono"/>
                <a:ea typeface="JetBrains Mono"/>
                <a:cs typeface="JetBrains Mono"/>
                <a:sym typeface="JetBrains Mono"/>
              </a:rPr>
              <a:t>默认</a:t>
            </a:r>
            <a:r>
              <a:rPr lang="zh-CN" altLang="en-US" sz="1100" dirty="0">
                <a:solidFill>
                  <a:srgbClr val="37474F"/>
                </a:solidFill>
                <a:latin typeface="JetBrains Mono"/>
                <a:ea typeface="JetBrains Mono"/>
                <a:cs typeface="JetBrains Mono"/>
                <a:sym typeface="JetBrains Mono"/>
              </a:rPr>
              <a:t>值。</a:t>
            </a:r>
            <a:endParaRPr sz="1100" dirty="0">
              <a:latin typeface="HONOR Sans CN" panose="02000500000000000000" pitchFamily="2" charset="-122"/>
              <a:ea typeface="HONOR Sans CN" panose="02000500000000000000" pitchFamily="2"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19"/>
          <p:cNvSpPr txBox="1">
            <a:spLocks noGrp="1"/>
          </p:cNvSpPr>
          <p:nvPr>
            <p:ph type="title"/>
          </p:nvPr>
        </p:nvSpPr>
        <p:spPr>
          <a:xfrm>
            <a:off x="292608" y="292608"/>
            <a:ext cx="8503800" cy="457200"/>
          </a:xfrm>
          <a:prstGeom prst="rect">
            <a:avLst/>
          </a:prstGeom>
          <a:noFill/>
          <a:ln>
            <a:noFill/>
          </a:ln>
        </p:spPr>
        <p:txBody>
          <a:bodyPr spcFirstLastPara="1" wrap="square" lIns="0" tIns="91425" rIns="0" bIns="91425" anchor="t" anchorCtr="0">
            <a:noAutofit/>
          </a:bodyPr>
          <a:lstStyle/>
          <a:p>
            <a:pPr marL="0" lvl="0" indent="0" algn="l" rtl="0">
              <a:spcBef>
                <a:spcPts val="0"/>
              </a:spcBef>
              <a:spcAft>
                <a:spcPts val="0"/>
              </a:spcAft>
              <a:buSzPts val="2800"/>
              <a:buNone/>
            </a:pPr>
            <a:r>
              <a:rPr lang="en-US" altLang="zh-CN" dirty="0" err="1">
                <a:latin typeface="JetBrains Mono" panose="020B0604020202020204" charset="0"/>
                <a:cs typeface="JetBrains Mono" panose="020B0604020202020204" charset="0"/>
              </a:rPr>
              <a:t>i</a:t>
            </a:r>
            <a:r>
              <a:rPr lang="en" dirty="0">
                <a:latin typeface="JetBrains Mono" panose="020B0604020202020204" charset="0"/>
                <a:cs typeface="JetBrains Mono" panose="020B0604020202020204" charset="0"/>
              </a:rPr>
              <a:t>f</a:t>
            </a:r>
            <a:r>
              <a:rPr lang="en" dirty="0"/>
              <a:t> </a:t>
            </a:r>
            <a:r>
              <a:rPr lang="zh-CN" altLang="en-US" dirty="0"/>
              <a:t>表达式</a:t>
            </a:r>
            <a:endParaRPr dirty="0"/>
          </a:p>
        </p:txBody>
      </p:sp>
      <p:sp>
        <p:nvSpPr>
          <p:cNvPr id="104" name="Google Shape;104;p19"/>
          <p:cNvSpPr txBox="1"/>
          <p:nvPr/>
        </p:nvSpPr>
        <p:spPr>
          <a:xfrm>
            <a:off x="5555250" y="1335024"/>
            <a:ext cx="3213900" cy="13275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1400"/>
              <a:buFont typeface="Arial"/>
              <a:buNone/>
            </a:pPr>
            <a:r>
              <a:rPr lang="en" sz="1100" i="0" u="none" strike="noStrike" cap="none">
                <a:solidFill>
                  <a:srgbClr val="3F51B5"/>
                </a:solidFill>
                <a:latin typeface="JetBrains Mono"/>
                <a:ea typeface="JetBrains Mono"/>
                <a:cs typeface="JetBrains Mono"/>
                <a:sym typeface="JetBrains Mono"/>
              </a:rPr>
              <a:t>fun</a:t>
            </a:r>
            <a:r>
              <a:rPr lang="en" sz="1100" i="0" u="none" strike="noStrike" cap="none">
                <a:solidFill>
                  <a:srgbClr val="37474F"/>
                </a:solidFill>
                <a:latin typeface="JetBrains Mono"/>
                <a:ea typeface="JetBrains Mono"/>
                <a:cs typeface="JetBrains Mono"/>
                <a:sym typeface="JetBrains Mono"/>
              </a:rPr>
              <a:t> maxOf(a: Int, b: Int) =</a:t>
            </a:r>
            <a:endParaRPr sz="1100" i="0" u="none" strike="noStrike" cap="none">
              <a:solidFill>
                <a:srgbClr val="37474F"/>
              </a:solidFill>
              <a:latin typeface="JetBrains Mono"/>
              <a:ea typeface="JetBrains Mono"/>
              <a:cs typeface="JetBrains Mono"/>
              <a:sym typeface="JetBrains Mono"/>
            </a:endParaRPr>
          </a:p>
          <a:p>
            <a:pPr marL="457200" marR="0" lvl="0" indent="0" algn="l" rtl="0">
              <a:lnSpc>
                <a:spcPct val="115000"/>
              </a:lnSpc>
              <a:spcBef>
                <a:spcPts val="0"/>
              </a:spcBef>
              <a:spcAft>
                <a:spcPts val="0"/>
              </a:spcAft>
              <a:buClr>
                <a:srgbClr val="000000"/>
              </a:buClr>
              <a:buSzPts val="1400"/>
              <a:buFont typeface="Arial"/>
              <a:buNone/>
            </a:pPr>
            <a:r>
              <a:rPr lang="en" sz="1100" i="0" u="none" strike="noStrike" cap="none">
                <a:solidFill>
                  <a:srgbClr val="3F51B5"/>
                </a:solidFill>
                <a:latin typeface="JetBrains Mono"/>
                <a:ea typeface="JetBrains Mono"/>
                <a:cs typeface="JetBrains Mono"/>
                <a:sym typeface="JetBrains Mono"/>
              </a:rPr>
              <a:t>if</a:t>
            </a:r>
            <a:r>
              <a:rPr lang="en" sz="1100" i="0" u="none" strike="noStrike" cap="none">
                <a:solidFill>
                  <a:srgbClr val="37474F"/>
                </a:solidFill>
                <a:latin typeface="JetBrains Mono"/>
                <a:ea typeface="JetBrains Mono"/>
                <a:cs typeface="JetBrains Mono"/>
                <a:sym typeface="JetBrains Mono"/>
              </a:rPr>
              <a:t> (a &gt; b) {</a:t>
            </a:r>
            <a:endParaRPr sz="1100" i="0" u="none" strike="noStrike" cap="none">
              <a:solidFill>
                <a:srgbClr val="37474F"/>
              </a:solidFill>
              <a:latin typeface="JetBrains Mono"/>
              <a:ea typeface="JetBrains Mono"/>
              <a:cs typeface="JetBrains Mono"/>
              <a:sym typeface="JetBrains Mono"/>
            </a:endParaRPr>
          </a:p>
          <a:p>
            <a:pPr marL="457200" marR="0" lvl="0" indent="0" algn="l" rtl="0">
              <a:lnSpc>
                <a:spcPct val="115000"/>
              </a:lnSpc>
              <a:spcBef>
                <a:spcPts val="0"/>
              </a:spcBef>
              <a:spcAft>
                <a:spcPts val="0"/>
              </a:spcAft>
              <a:buClr>
                <a:srgbClr val="000000"/>
              </a:buClr>
              <a:buSzPts val="1400"/>
              <a:buFont typeface="Arial"/>
              <a:buNone/>
            </a:pPr>
            <a:r>
              <a:rPr lang="en" sz="1100" i="0" u="none" strike="noStrike" cap="none">
                <a:solidFill>
                  <a:srgbClr val="37474F"/>
                </a:solidFill>
                <a:latin typeface="JetBrains Mono"/>
                <a:ea typeface="JetBrains Mono"/>
                <a:cs typeface="JetBrains Mono"/>
                <a:sym typeface="JetBrains Mono"/>
              </a:rPr>
              <a:t>	a</a:t>
            </a:r>
            <a:endParaRPr sz="1100" i="0" u="none" strike="noStrike" cap="none">
              <a:solidFill>
                <a:srgbClr val="37474F"/>
              </a:solidFill>
              <a:latin typeface="JetBrains Mono"/>
              <a:ea typeface="JetBrains Mono"/>
              <a:cs typeface="JetBrains Mono"/>
              <a:sym typeface="JetBrains Mono"/>
            </a:endParaRPr>
          </a:p>
          <a:p>
            <a:pPr marL="457200" marR="0" lvl="0" indent="0" algn="l" rtl="0">
              <a:lnSpc>
                <a:spcPct val="115000"/>
              </a:lnSpc>
              <a:spcBef>
                <a:spcPts val="0"/>
              </a:spcBef>
              <a:spcAft>
                <a:spcPts val="0"/>
              </a:spcAft>
              <a:buClr>
                <a:srgbClr val="000000"/>
              </a:buClr>
              <a:buSzPts val="1400"/>
              <a:buFont typeface="Arial"/>
              <a:buNone/>
            </a:pPr>
            <a:r>
              <a:rPr lang="en" sz="1100" i="0" u="none" strike="noStrike" cap="none">
                <a:solidFill>
                  <a:srgbClr val="37474F"/>
                </a:solidFill>
                <a:latin typeface="JetBrains Mono"/>
                <a:ea typeface="JetBrains Mono"/>
                <a:cs typeface="JetBrains Mono"/>
                <a:sym typeface="JetBrains Mono"/>
              </a:rPr>
              <a:t>} </a:t>
            </a:r>
            <a:r>
              <a:rPr lang="en" sz="1100" i="0" u="none" strike="noStrike" cap="none">
                <a:solidFill>
                  <a:srgbClr val="3F51B5"/>
                </a:solidFill>
                <a:latin typeface="JetBrains Mono"/>
                <a:ea typeface="JetBrains Mono"/>
                <a:cs typeface="JetBrains Mono"/>
                <a:sym typeface="JetBrains Mono"/>
              </a:rPr>
              <a:t>else</a:t>
            </a:r>
            <a:r>
              <a:rPr lang="en" sz="1100" i="0" u="none" strike="noStrike" cap="none">
                <a:solidFill>
                  <a:srgbClr val="37474F"/>
                </a:solidFill>
                <a:latin typeface="JetBrains Mono"/>
                <a:ea typeface="JetBrains Mono"/>
                <a:cs typeface="JetBrains Mono"/>
                <a:sym typeface="JetBrains Mono"/>
              </a:rPr>
              <a:t> {</a:t>
            </a:r>
            <a:endParaRPr sz="1100" i="0" u="none" strike="noStrike" cap="none">
              <a:solidFill>
                <a:srgbClr val="37474F"/>
              </a:solidFill>
              <a:latin typeface="JetBrains Mono"/>
              <a:ea typeface="JetBrains Mono"/>
              <a:cs typeface="JetBrains Mono"/>
              <a:sym typeface="JetBrains Mono"/>
            </a:endParaRPr>
          </a:p>
          <a:p>
            <a:pPr marL="457200" marR="0" lvl="0" indent="0" algn="l" rtl="0">
              <a:lnSpc>
                <a:spcPct val="115000"/>
              </a:lnSpc>
              <a:spcBef>
                <a:spcPts val="0"/>
              </a:spcBef>
              <a:spcAft>
                <a:spcPts val="0"/>
              </a:spcAft>
              <a:buClr>
                <a:srgbClr val="000000"/>
              </a:buClr>
              <a:buSzPts val="1400"/>
              <a:buFont typeface="Arial"/>
              <a:buNone/>
            </a:pPr>
            <a:r>
              <a:rPr lang="en" sz="1100" i="0" u="none" strike="noStrike" cap="none">
                <a:solidFill>
                  <a:srgbClr val="37474F"/>
                </a:solidFill>
                <a:latin typeface="JetBrains Mono"/>
                <a:ea typeface="JetBrains Mono"/>
                <a:cs typeface="JetBrains Mono"/>
                <a:sym typeface="JetBrains Mono"/>
              </a:rPr>
              <a:t>	b</a:t>
            </a:r>
            <a:endParaRPr sz="1100" i="0" u="none" strike="noStrike" cap="none">
              <a:solidFill>
                <a:srgbClr val="37474F"/>
              </a:solidFill>
              <a:latin typeface="JetBrains Mono"/>
              <a:ea typeface="JetBrains Mono"/>
              <a:cs typeface="JetBrains Mono"/>
              <a:sym typeface="JetBrains Mono"/>
            </a:endParaRPr>
          </a:p>
          <a:p>
            <a:pPr marL="457200" marR="0" lvl="0" indent="0" algn="l" rtl="0">
              <a:lnSpc>
                <a:spcPct val="115000"/>
              </a:lnSpc>
              <a:spcBef>
                <a:spcPts val="0"/>
              </a:spcBef>
              <a:spcAft>
                <a:spcPts val="0"/>
              </a:spcAft>
              <a:buClr>
                <a:srgbClr val="000000"/>
              </a:buClr>
              <a:buSzPts val="1400"/>
              <a:buFont typeface="Arial"/>
              <a:buNone/>
            </a:pPr>
            <a:r>
              <a:rPr lang="en" sz="1100" i="0" u="none" strike="noStrike" cap="none">
                <a:solidFill>
                  <a:srgbClr val="37474F"/>
                </a:solidFill>
                <a:latin typeface="JetBrains Mono"/>
                <a:ea typeface="JetBrains Mono"/>
                <a:cs typeface="JetBrains Mono"/>
                <a:sym typeface="JetBrains Mono"/>
              </a:rPr>
              <a:t>}</a:t>
            </a:r>
            <a:endParaRPr sz="1100" i="0" u="none" strike="noStrike" cap="none">
              <a:solidFill>
                <a:srgbClr val="000000"/>
              </a:solidFill>
              <a:latin typeface="JetBrains Mono"/>
              <a:ea typeface="JetBrains Mono"/>
              <a:cs typeface="JetBrains Mono"/>
              <a:sym typeface="JetBrains Mono"/>
            </a:endParaRPr>
          </a:p>
        </p:txBody>
      </p:sp>
      <p:sp>
        <p:nvSpPr>
          <p:cNvPr id="105" name="Google Shape;105;p19"/>
          <p:cNvSpPr txBox="1"/>
          <p:nvPr/>
        </p:nvSpPr>
        <p:spPr>
          <a:xfrm>
            <a:off x="3605478" y="1369625"/>
            <a:ext cx="1705200" cy="432396"/>
          </a:xfrm>
          <a:prstGeom prst="rect">
            <a:avLst/>
          </a:prstGeom>
          <a:noFill/>
          <a:ln>
            <a:noFill/>
          </a:ln>
        </p:spPr>
        <p:txBody>
          <a:bodyPr spcFirstLastPara="1" wrap="square" lIns="91425" tIns="91425" rIns="91425" bIns="91425" anchor="t" anchorCtr="0">
            <a:spAutoFit/>
          </a:bodyPr>
          <a:lstStyle/>
          <a:p>
            <a:pPr marL="0" marR="0" lvl="0" indent="0" algn="ctr" rtl="0">
              <a:lnSpc>
                <a:spcPct val="115000"/>
              </a:lnSpc>
              <a:spcBef>
                <a:spcPts val="0"/>
              </a:spcBef>
              <a:spcAft>
                <a:spcPts val="0"/>
              </a:spcAft>
              <a:buClr>
                <a:srgbClr val="000000"/>
              </a:buClr>
              <a:buSzPts val="1400"/>
              <a:buFont typeface="Arial"/>
              <a:buNone/>
            </a:pPr>
            <a:r>
              <a:rPr lang="zh-CN" altLang="en-US" sz="1400" b="1" i="0" u="none" strike="noStrike" cap="none" dirty="0">
                <a:solidFill>
                  <a:schemeClr val="dk2"/>
                </a:solidFill>
                <a:latin typeface="HONOR Sans CN" panose="02000500000000000000" pitchFamily="2" charset="-122"/>
                <a:ea typeface="HONOR Sans CN" panose="02000500000000000000" pitchFamily="2" charset="-122"/>
                <a:cs typeface="Open Sans"/>
                <a:sym typeface="Open Sans"/>
              </a:rPr>
              <a:t>等同于</a:t>
            </a:r>
            <a:endParaRPr sz="1400" b="1" i="0" u="none" strike="noStrike" cap="none" dirty="0">
              <a:solidFill>
                <a:srgbClr val="000000"/>
              </a:solidFill>
              <a:latin typeface="HONOR Sans CN" panose="02000500000000000000" pitchFamily="2" charset="-122"/>
              <a:ea typeface="HONOR Sans CN" panose="02000500000000000000" pitchFamily="2" charset="-122"/>
              <a:cs typeface="Open Sans"/>
              <a:sym typeface="Open Sans"/>
            </a:endParaRPr>
          </a:p>
        </p:txBody>
      </p:sp>
      <p:sp>
        <p:nvSpPr>
          <p:cNvPr id="106" name="Google Shape;106;p19"/>
          <p:cNvSpPr txBox="1">
            <a:spLocks noGrp="1"/>
          </p:cNvSpPr>
          <p:nvPr>
            <p:ph type="body" idx="1"/>
          </p:nvPr>
        </p:nvSpPr>
        <p:spPr>
          <a:xfrm>
            <a:off x="292600" y="1335025"/>
            <a:ext cx="3978300" cy="1658700"/>
          </a:xfrm>
          <a:prstGeom prst="rect">
            <a:avLst/>
          </a:prstGeom>
        </p:spPr>
        <p:txBody>
          <a:bodyPr spcFirstLastPara="1" wrap="square" lIns="0" tIns="73150" rIns="0" bIns="0" anchor="t" anchorCtr="0">
            <a:noAutofit/>
          </a:bodyPr>
          <a:lstStyle/>
          <a:p>
            <a:pPr marL="0" lvl="0" indent="0" algn="l" rtl="0">
              <a:spcBef>
                <a:spcPts val="0"/>
              </a:spcBef>
              <a:spcAft>
                <a:spcPts val="0"/>
              </a:spcAft>
              <a:buClr>
                <a:schemeClr val="dk1"/>
              </a:buClr>
              <a:buSzPts val="1800"/>
              <a:buFont typeface="Arial"/>
              <a:buNone/>
            </a:pPr>
            <a:r>
              <a:rPr lang="en" sz="1100" dirty="0">
                <a:solidFill>
                  <a:srgbClr val="3F51B5"/>
                </a:solidFill>
                <a:latin typeface="JetBrains Mono"/>
                <a:ea typeface="JetBrains Mono"/>
                <a:cs typeface="JetBrains Mono"/>
                <a:sym typeface="JetBrains Mono"/>
              </a:rPr>
              <a:t>fun</a:t>
            </a:r>
            <a:r>
              <a:rPr lang="en" sz="1100" dirty="0">
                <a:solidFill>
                  <a:srgbClr val="37474F"/>
                </a:solidFill>
                <a:latin typeface="JetBrains Mono"/>
                <a:ea typeface="JetBrains Mono"/>
                <a:cs typeface="JetBrains Mono"/>
                <a:sym typeface="JetBrains Mono"/>
              </a:rPr>
              <a:t> maxOf(a: Int, b: Int): Int {</a:t>
            </a:r>
            <a:endParaRPr sz="1100" dirty="0">
              <a:solidFill>
                <a:srgbClr val="37474F"/>
              </a:solidFill>
              <a:latin typeface="JetBrains Mono"/>
              <a:ea typeface="JetBrains Mono"/>
              <a:cs typeface="JetBrains Mono"/>
              <a:sym typeface="JetBrains Mono"/>
            </a:endParaRPr>
          </a:p>
          <a:p>
            <a:pPr marL="0" lvl="0" indent="0" algn="l" rtl="0">
              <a:spcBef>
                <a:spcPts val="0"/>
              </a:spcBef>
              <a:spcAft>
                <a:spcPts val="0"/>
              </a:spcAft>
              <a:buClr>
                <a:schemeClr val="dk1"/>
              </a:buClr>
              <a:buSzPts val="1800"/>
              <a:buFont typeface="Arial"/>
              <a:buNone/>
            </a:pPr>
            <a:r>
              <a:rPr lang="en" sz="1100" dirty="0">
                <a:solidFill>
                  <a:srgbClr val="37474F"/>
                </a:solidFill>
                <a:latin typeface="JetBrains Mono"/>
                <a:ea typeface="JetBrains Mono"/>
                <a:cs typeface="JetBrains Mono"/>
                <a:sym typeface="JetBrains Mono"/>
              </a:rPr>
              <a:t>	</a:t>
            </a:r>
            <a:r>
              <a:rPr lang="en" sz="1100" dirty="0">
                <a:solidFill>
                  <a:srgbClr val="3F51B5"/>
                </a:solidFill>
                <a:latin typeface="JetBrains Mono"/>
                <a:ea typeface="JetBrains Mono"/>
                <a:cs typeface="JetBrains Mono"/>
                <a:sym typeface="JetBrains Mono"/>
              </a:rPr>
              <a:t>if</a:t>
            </a:r>
            <a:r>
              <a:rPr lang="en" sz="1100" dirty="0">
                <a:solidFill>
                  <a:srgbClr val="37474F"/>
                </a:solidFill>
                <a:latin typeface="JetBrains Mono"/>
                <a:ea typeface="JetBrains Mono"/>
                <a:cs typeface="JetBrains Mono"/>
                <a:sym typeface="JetBrains Mono"/>
              </a:rPr>
              <a:t> (a &gt; b) {</a:t>
            </a:r>
            <a:endParaRPr sz="1100" dirty="0">
              <a:solidFill>
                <a:srgbClr val="37474F"/>
              </a:solidFill>
              <a:latin typeface="JetBrains Mono"/>
              <a:ea typeface="JetBrains Mono"/>
              <a:cs typeface="JetBrains Mono"/>
              <a:sym typeface="JetBrains Mono"/>
            </a:endParaRPr>
          </a:p>
          <a:p>
            <a:pPr marL="0" lvl="0" indent="0" algn="l" rtl="0">
              <a:spcBef>
                <a:spcPts val="0"/>
              </a:spcBef>
              <a:spcAft>
                <a:spcPts val="0"/>
              </a:spcAft>
              <a:buClr>
                <a:schemeClr val="dk1"/>
              </a:buClr>
              <a:buSzPts val="1800"/>
              <a:buFont typeface="Arial"/>
              <a:buNone/>
            </a:pPr>
            <a:r>
              <a:rPr lang="en" sz="1100" dirty="0">
                <a:solidFill>
                  <a:srgbClr val="37474F"/>
                </a:solidFill>
                <a:latin typeface="JetBrains Mono"/>
                <a:ea typeface="JetBrains Mono"/>
                <a:cs typeface="JetBrains Mono"/>
                <a:sym typeface="JetBrains Mono"/>
              </a:rPr>
              <a:t>		</a:t>
            </a:r>
            <a:r>
              <a:rPr lang="en" sz="1100" dirty="0">
                <a:solidFill>
                  <a:srgbClr val="3F51B5"/>
                </a:solidFill>
                <a:latin typeface="JetBrains Mono"/>
                <a:ea typeface="JetBrains Mono"/>
                <a:cs typeface="JetBrains Mono"/>
                <a:sym typeface="JetBrains Mono"/>
              </a:rPr>
              <a:t>return</a:t>
            </a:r>
            <a:r>
              <a:rPr lang="en" sz="1100" dirty="0">
                <a:solidFill>
                  <a:srgbClr val="37474F"/>
                </a:solidFill>
                <a:latin typeface="JetBrains Mono"/>
                <a:ea typeface="JetBrains Mono"/>
                <a:cs typeface="JetBrains Mono"/>
                <a:sym typeface="JetBrains Mono"/>
              </a:rPr>
              <a:t> a</a:t>
            </a:r>
            <a:endParaRPr sz="1100" dirty="0">
              <a:solidFill>
                <a:srgbClr val="37474F"/>
              </a:solidFill>
              <a:latin typeface="JetBrains Mono"/>
              <a:ea typeface="JetBrains Mono"/>
              <a:cs typeface="JetBrains Mono"/>
              <a:sym typeface="JetBrains Mono"/>
            </a:endParaRPr>
          </a:p>
          <a:p>
            <a:pPr marL="0" lvl="0" indent="0" algn="l" rtl="0">
              <a:spcBef>
                <a:spcPts val="0"/>
              </a:spcBef>
              <a:spcAft>
                <a:spcPts val="0"/>
              </a:spcAft>
              <a:buClr>
                <a:schemeClr val="dk1"/>
              </a:buClr>
              <a:buSzPts val="1800"/>
              <a:buFont typeface="Arial"/>
              <a:buNone/>
            </a:pPr>
            <a:r>
              <a:rPr lang="en" sz="1100" dirty="0">
                <a:solidFill>
                  <a:srgbClr val="37474F"/>
                </a:solidFill>
                <a:latin typeface="JetBrains Mono"/>
                <a:ea typeface="JetBrains Mono"/>
                <a:cs typeface="JetBrains Mono"/>
                <a:sym typeface="JetBrains Mono"/>
              </a:rPr>
              <a:t>	} </a:t>
            </a:r>
            <a:r>
              <a:rPr lang="en" sz="1100" dirty="0">
                <a:solidFill>
                  <a:srgbClr val="3F51B5"/>
                </a:solidFill>
                <a:latin typeface="JetBrains Mono"/>
                <a:ea typeface="JetBrains Mono"/>
                <a:cs typeface="JetBrains Mono"/>
                <a:sym typeface="JetBrains Mono"/>
              </a:rPr>
              <a:t>else</a:t>
            </a:r>
            <a:r>
              <a:rPr lang="en" sz="1100" dirty="0">
                <a:solidFill>
                  <a:srgbClr val="37474F"/>
                </a:solidFill>
                <a:latin typeface="JetBrains Mono"/>
                <a:ea typeface="JetBrains Mono"/>
                <a:cs typeface="JetBrains Mono"/>
                <a:sym typeface="JetBrains Mono"/>
              </a:rPr>
              <a:t> {</a:t>
            </a:r>
            <a:endParaRPr sz="1100" dirty="0">
              <a:solidFill>
                <a:srgbClr val="37474F"/>
              </a:solidFill>
              <a:latin typeface="JetBrains Mono"/>
              <a:ea typeface="JetBrains Mono"/>
              <a:cs typeface="JetBrains Mono"/>
              <a:sym typeface="JetBrains Mono"/>
            </a:endParaRPr>
          </a:p>
          <a:p>
            <a:pPr marL="0" lvl="0" indent="0" algn="l" rtl="0">
              <a:spcBef>
                <a:spcPts val="0"/>
              </a:spcBef>
              <a:spcAft>
                <a:spcPts val="0"/>
              </a:spcAft>
              <a:buClr>
                <a:schemeClr val="dk1"/>
              </a:buClr>
              <a:buSzPts val="1800"/>
              <a:buFont typeface="Arial"/>
              <a:buNone/>
            </a:pPr>
            <a:r>
              <a:rPr lang="en" sz="1100" dirty="0">
                <a:solidFill>
                  <a:srgbClr val="37474F"/>
                </a:solidFill>
                <a:latin typeface="JetBrains Mono"/>
                <a:ea typeface="JetBrains Mono"/>
                <a:cs typeface="JetBrains Mono"/>
                <a:sym typeface="JetBrains Mono"/>
              </a:rPr>
              <a:t>		</a:t>
            </a:r>
            <a:r>
              <a:rPr lang="en" sz="1100" dirty="0">
                <a:solidFill>
                  <a:srgbClr val="3F51B5"/>
                </a:solidFill>
                <a:latin typeface="JetBrains Mono"/>
                <a:ea typeface="JetBrains Mono"/>
                <a:cs typeface="JetBrains Mono"/>
                <a:sym typeface="JetBrains Mono"/>
              </a:rPr>
              <a:t>return</a:t>
            </a:r>
            <a:r>
              <a:rPr lang="en" sz="1100" dirty="0">
                <a:solidFill>
                  <a:srgbClr val="37474F"/>
                </a:solidFill>
                <a:latin typeface="JetBrains Mono"/>
                <a:ea typeface="JetBrains Mono"/>
                <a:cs typeface="JetBrains Mono"/>
                <a:sym typeface="JetBrains Mono"/>
              </a:rPr>
              <a:t> b</a:t>
            </a:r>
            <a:endParaRPr sz="1100" dirty="0">
              <a:solidFill>
                <a:srgbClr val="37474F"/>
              </a:solidFill>
              <a:latin typeface="JetBrains Mono"/>
              <a:ea typeface="JetBrains Mono"/>
              <a:cs typeface="JetBrains Mono"/>
              <a:sym typeface="JetBrains Mono"/>
            </a:endParaRPr>
          </a:p>
          <a:p>
            <a:pPr marL="0" lvl="0" indent="0" algn="l" rtl="0">
              <a:spcBef>
                <a:spcPts val="0"/>
              </a:spcBef>
              <a:spcAft>
                <a:spcPts val="0"/>
              </a:spcAft>
              <a:buClr>
                <a:schemeClr val="dk1"/>
              </a:buClr>
              <a:buSzPts val="1800"/>
              <a:buFont typeface="Arial"/>
              <a:buNone/>
            </a:pPr>
            <a:r>
              <a:rPr lang="en" sz="1100" dirty="0">
                <a:solidFill>
                  <a:srgbClr val="37474F"/>
                </a:solidFill>
                <a:latin typeface="JetBrains Mono"/>
                <a:ea typeface="JetBrains Mono"/>
                <a:cs typeface="JetBrains Mono"/>
                <a:sym typeface="JetBrains Mono"/>
              </a:rPr>
              <a:t>	}</a:t>
            </a:r>
            <a:endParaRPr sz="1100" dirty="0">
              <a:solidFill>
                <a:srgbClr val="37474F"/>
              </a:solidFill>
              <a:latin typeface="JetBrains Mono"/>
              <a:ea typeface="JetBrains Mono"/>
              <a:cs typeface="JetBrains Mono"/>
              <a:sym typeface="JetBrains Mono"/>
            </a:endParaRPr>
          </a:p>
          <a:p>
            <a:pPr marL="0" lvl="0" indent="0" algn="l" rtl="0">
              <a:spcBef>
                <a:spcPts val="0"/>
              </a:spcBef>
              <a:spcAft>
                <a:spcPts val="0"/>
              </a:spcAft>
              <a:buClr>
                <a:schemeClr val="dk1"/>
              </a:buClr>
              <a:buSzPts val="1800"/>
              <a:buFont typeface="Arial"/>
              <a:buNone/>
            </a:pPr>
            <a:r>
              <a:rPr lang="en" sz="1100" dirty="0">
                <a:solidFill>
                  <a:srgbClr val="37474F"/>
                </a:solidFill>
                <a:latin typeface="JetBrains Mono"/>
                <a:ea typeface="JetBrains Mono"/>
                <a:cs typeface="JetBrains Mono"/>
                <a:sym typeface="JetBrains Mono"/>
              </a:rPr>
              <a:t>}</a:t>
            </a:r>
            <a:endParaRPr sz="1100" dirty="0">
              <a:solidFill>
                <a:srgbClr val="37474F"/>
              </a:solidFill>
              <a:latin typeface="JetBrains Mono"/>
              <a:ea typeface="JetBrains Mono"/>
              <a:cs typeface="JetBrains Mono"/>
              <a:sym typeface="JetBrains Mono"/>
            </a:endParaRPr>
          </a:p>
          <a:p>
            <a:pPr marL="0" lvl="0" indent="0" algn="l" rtl="0">
              <a:spcBef>
                <a:spcPts val="0"/>
              </a:spcBef>
              <a:spcAft>
                <a:spcPts val="0"/>
              </a:spcAft>
              <a:buClr>
                <a:schemeClr val="dk1"/>
              </a:buClr>
              <a:buSzPts val="1800"/>
              <a:buFont typeface="Arial"/>
              <a:buNone/>
            </a:pPr>
            <a:endParaRPr sz="1100" dirty="0"/>
          </a:p>
          <a:p>
            <a:pPr marL="0" lvl="0" indent="0" algn="l" rtl="0">
              <a:spcBef>
                <a:spcPts val="0"/>
              </a:spcBef>
              <a:spcAft>
                <a:spcPts val="600"/>
              </a:spcAft>
              <a:buNone/>
            </a:pPr>
            <a:endParaRPr sz="1100" dirty="0"/>
          </a:p>
        </p:txBody>
      </p:sp>
      <p:cxnSp>
        <p:nvCxnSpPr>
          <p:cNvPr id="107" name="Google Shape;107;p19"/>
          <p:cNvCxnSpPr/>
          <p:nvPr/>
        </p:nvCxnSpPr>
        <p:spPr>
          <a:xfrm>
            <a:off x="3614338" y="1750613"/>
            <a:ext cx="1584000" cy="0"/>
          </a:xfrm>
          <a:prstGeom prst="straightConnector1">
            <a:avLst/>
          </a:prstGeom>
          <a:noFill/>
          <a:ln w="19050" cap="flat" cmpd="sng">
            <a:solidFill>
              <a:srgbClr val="6554E8"/>
            </a:solidFill>
            <a:prstDash val="solid"/>
            <a:round/>
            <a:headEnd type="none" w="med" len="med"/>
            <a:tailEnd type="triangle" w="med" len="med"/>
          </a:ln>
        </p:spPr>
      </p:cxnSp>
      <p:sp>
        <p:nvSpPr>
          <p:cNvPr id="108" name="Google Shape;108;p19"/>
          <p:cNvSpPr txBox="1">
            <a:spLocks noGrp="1"/>
          </p:cNvSpPr>
          <p:nvPr>
            <p:ph type="body" idx="1"/>
          </p:nvPr>
        </p:nvSpPr>
        <p:spPr>
          <a:xfrm>
            <a:off x="292600" y="3139450"/>
            <a:ext cx="5377800" cy="1658700"/>
          </a:xfrm>
          <a:prstGeom prst="rect">
            <a:avLst/>
          </a:prstGeom>
        </p:spPr>
        <p:txBody>
          <a:bodyPr spcFirstLastPara="1" wrap="square" lIns="0" tIns="73150" rIns="0" bIns="0" anchor="t" anchorCtr="0">
            <a:noAutofit/>
          </a:bodyPr>
          <a:lstStyle/>
          <a:p>
            <a:pPr marL="0" lvl="0" indent="0" algn="l" rtl="0">
              <a:spcBef>
                <a:spcPts val="0"/>
              </a:spcBef>
              <a:spcAft>
                <a:spcPts val="0"/>
              </a:spcAft>
              <a:buClr>
                <a:schemeClr val="dk1"/>
              </a:buClr>
              <a:buSzPts val="1100"/>
              <a:buFont typeface="Arial"/>
              <a:buNone/>
            </a:pPr>
            <a:r>
              <a:rPr lang="en" dirty="0">
                <a:solidFill>
                  <a:srgbClr val="3F51B5"/>
                </a:solidFill>
                <a:latin typeface="JetBrains Mono"/>
                <a:ea typeface="JetBrains Mono"/>
                <a:cs typeface="JetBrains Mono"/>
                <a:sym typeface="JetBrains Mono"/>
              </a:rPr>
              <a:t>if </a:t>
            </a:r>
            <a:r>
              <a:rPr lang="zh-CN" altLang="en-US" dirty="0"/>
              <a:t>可以是一个表达式（可以 </a:t>
            </a:r>
            <a:r>
              <a:rPr lang="en-US" altLang="zh-CN" dirty="0">
                <a:latin typeface="JetBrains Mono" panose="020B0604020202020204" charset="0"/>
                <a:cs typeface="JetBrains Mono" panose="020B0604020202020204" charset="0"/>
              </a:rPr>
              <a:t>return</a:t>
            </a:r>
            <a:r>
              <a:rPr lang="zh-CN" altLang="en-US" dirty="0"/>
              <a:t>）。</a:t>
            </a:r>
            <a:endParaRPr lang="en-US" altLang="zh-CN" dirty="0"/>
          </a:p>
          <a:p>
            <a:pPr marL="0" lvl="0" indent="0" algn="l" rtl="0">
              <a:spcBef>
                <a:spcPts val="0"/>
              </a:spcBef>
              <a:spcAft>
                <a:spcPts val="0"/>
              </a:spcAft>
              <a:buClr>
                <a:schemeClr val="dk1"/>
              </a:buClr>
              <a:buSzPts val="1100"/>
              <a:buFont typeface="Arial"/>
              <a:buNone/>
            </a:pPr>
            <a:endParaRPr lang="en-US" altLang="zh-CN" dirty="0"/>
          </a:p>
          <a:p>
            <a:pPr marL="0" lvl="0" indent="0" algn="l" rtl="0">
              <a:spcBef>
                <a:spcPts val="0"/>
              </a:spcBef>
              <a:spcAft>
                <a:spcPts val="0"/>
              </a:spcAft>
              <a:buClr>
                <a:schemeClr val="dk1"/>
              </a:buClr>
              <a:buSzPts val="1100"/>
              <a:buFont typeface="Arial"/>
              <a:buNone/>
            </a:pPr>
            <a:r>
              <a:rPr lang="zh-CN" altLang="en-US" dirty="0"/>
              <a:t>可以单行：</a:t>
            </a:r>
            <a:endParaRPr lang="en-US" altLang="zh-CN" dirty="0"/>
          </a:p>
          <a:p>
            <a:pPr marL="0" lvl="0" indent="0" algn="l" rtl="0">
              <a:spcBef>
                <a:spcPts val="0"/>
              </a:spcBef>
              <a:spcAft>
                <a:spcPts val="0"/>
              </a:spcAft>
              <a:buClr>
                <a:schemeClr val="dk1"/>
              </a:buClr>
              <a:buSzPts val="1100"/>
              <a:buFont typeface="Arial"/>
              <a:buNone/>
            </a:pPr>
            <a:endParaRPr sz="1100" dirty="0"/>
          </a:p>
          <a:p>
            <a:pPr marL="0" lvl="0" indent="0" algn="l" rtl="0">
              <a:spcBef>
                <a:spcPts val="0"/>
              </a:spcBef>
              <a:spcAft>
                <a:spcPts val="0"/>
              </a:spcAft>
              <a:buClr>
                <a:schemeClr val="dk1"/>
              </a:buClr>
              <a:buSzPts val="1100"/>
              <a:buFont typeface="Arial"/>
              <a:buNone/>
            </a:pPr>
            <a:r>
              <a:rPr lang="en" sz="1100" dirty="0">
                <a:solidFill>
                  <a:srgbClr val="3F51B5"/>
                </a:solidFill>
                <a:latin typeface="JetBrains Mono"/>
                <a:ea typeface="JetBrains Mono"/>
                <a:cs typeface="JetBrains Mono"/>
                <a:sym typeface="JetBrains Mono"/>
              </a:rPr>
              <a:t>fun</a:t>
            </a:r>
            <a:r>
              <a:rPr lang="en" sz="1100" dirty="0">
                <a:solidFill>
                  <a:srgbClr val="37474F"/>
                </a:solidFill>
                <a:latin typeface="JetBrains Mono"/>
                <a:ea typeface="JetBrains Mono"/>
                <a:cs typeface="JetBrains Mono"/>
                <a:sym typeface="JetBrains Mono"/>
              </a:rPr>
              <a:t> maxOf(a: Int, b: Int) = </a:t>
            </a:r>
            <a:r>
              <a:rPr lang="en" sz="1100" dirty="0">
                <a:solidFill>
                  <a:srgbClr val="3F51B5"/>
                </a:solidFill>
                <a:latin typeface="JetBrains Mono"/>
                <a:ea typeface="JetBrains Mono"/>
                <a:cs typeface="JetBrains Mono"/>
                <a:sym typeface="JetBrains Mono"/>
              </a:rPr>
              <a:t>if</a:t>
            </a:r>
            <a:r>
              <a:rPr lang="en" sz="1100" dirty="0">
                <a:solidFill>
                  <a:srgbClr val="37474F"/>
                </a:solidFill>
                <a:latin typeface="JetBrains Mono"/>
                <a:ea typeface="JetBrains Mono"/>
                <a:cs typeface="JetBrains Mono"/>
                <a:sym typeface="JetBrains Mono"/>
              </a:rPr>
              <a:t> (a &gt; b) a</a:t>
            </a:r>
            <a:r>
              <a:rPr lang="en" sz="1100" dirty="0">
                <a:solidFill>
                  <a:srgbClr val="3F51B5"/>
                </a:solidFill>
                <a:latin typeface="JetBrains Mono"/>
                <a:ea typeface="JetBrains Mono"/>
                <a:cs typeface="JetBrains Mono"/>
                <a:sym typeface="JetBrains Mono"/>
              </a:rPr>
              <a:t> else</a:t>
            </a:r>
            <a:r>
              <a:rPr lang="en" sz="1100" dirty="0">
                <a:solidFill>
                  <a:srgbClr val="37474F"/>
                </a:solidFill>
                <a:latin typeface="JetBrains Mono"/>
                <a:ea typeface="JetBrains Mono"/>
                <a:cs typeface="JetBrains Mono"/>
                <a:sym typeface="JetBrains Mono"/>
              </a:rPr>
              <a:t> b</a:t>
            </a:r>
            <a:endParaRPr sz="1100" dirty="0">
              <a:solidFill>
                <a:srgbClr val="3F51B5"/>
              </a:solidFill>
              <a:latin typeface="JetBrains Mono"/>
              <a:ea typeface="JetBrains Mono"/>
              <a:cs typeface="JetBrains Mono"/>
              <a:sym typeface="JetBrains Mono"/>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20"/>
          <p:cNvSpPr txBox="1">
            <a:spLocks noGrp="1"/>
          </p:cNvSpPr>
          <p:nvPr>
            <p:ph type="title"/>
          </p:nvPr>
        </p:nvSpPr>
        <p:spPr>
          <a:xfrm>
            <a:off x="292608" y="292608"/>
            <a:ext cx="8503800" cy="457200"/>
          </a:xfrm>
          <a:prstGeom prst="rect">
            <a:avLst/>
          </a:prstGeom>
          <a:noFill/>
          <a:ln>
            <a:noFill/>
          </a:ln>
        </p:spPr>
        <p:txBody>
          <a:bodyPr spcFirstLastPara="1" wrap="square" lIns="0" tIns="91425" rIns="0" bIns="91425" anchor="t" anchorCtr="0">
            <a:noAutofit/>
          </a:bodyPr>
          <a:lstStyle/>
          <a:p>
            <a:pPr marL="0" lvl="0" indent="0" algn="l" rtl="0">
              <a:spcBef>
                <a:spcPts val="0"/>
              </a:spcBef>
              <a:spcAft>
                <a:spcPts val="0"/>
              </a:spcAft>
              <a:buSzPts val="2800"/>
              <a:buNone/>
            </a:pPr>
            <a:r>
              <a:rPr lang="en-US" altLang="zh-CN" dirty="0">
                <a:latin typeface="JetBrains Mono" panose="020B0604020202020204" charset="0"/>
                <a:cs typeface="JetBrains Mono" panose="020B0604020202020204" charset="0"/>
              </a:rPr>
              <a:t>w</a:t>
            </a:r>
            <a:r>
              <a:rPr lang="en" dirty="0">
                <a:latin typeface="JetBrains Mono" panose="020B0604020202020204" charset="0"/>
                <a:cs typeface="JetBrains Mono" panose="020B0604020202020204" charset="0"/>
              </a:rPr>
              <a:t>hen</a:t>
            </a:r>
            <a:r>
              <a:rPr lang="en" dirty="0"/>
              <a:t> </a:t>
            </a:r>
            <a:r>
              <a:rPr lang="zh-CN" altLang="en-US" dirty="0"/>
              <a:t>表达式</a:t>
            </a:r>
            <a:endParaRPr dirty="0"/>
          </a:p>
        </p:txBody>
      </p:sp>
      <p:sp>
        <p:nvSpPr>
          <p:cNvPr id="114" name="Google Shape;114;p20"/>
          <p:cNvSpPr txBox="1">
            <a:spLocks noGrp="1"/>
          </p:cNvSpPr>
          <p:nvPr>
            <p:ph type="body" idx="1"/>
          </p:nvPr>
        </p:nvSpPr>
        <p:spPr>
          <a:xfrm>
            <a:off x="292600" y="1335025"/>
            <a:ext cx="3987900" cy="2615400"/>
          </a:xfrm>
          <a:prstGeom prst="rect">
            <a:avLst/>
          </a:prstGeom>
        </p:spPr>
        <p:txBody>
          <a:bodyPr spcFirstLastPara="1" wrap="square" lIns="0" tIns="73150" rIns="0" bIns="0" anchor="t" anchorCtr="0">
            <a:noAutofit/>
          </a:bodyPr>
          <a:lstStyle/>
          <a:p>
            <a:pPr marL="0" lvl="0" indent="0" algn="l" rtl="0">
              <a:spcBef>
                <a:spcPts val="0"/>
              </a:spcBef>
              <a:spcAft>
                <a:spcPts val="0"/>
              </a:spcAft>
              <a:buClr>
                <a:schemeClr val="dk1"/>
              </a:buClr>
              <a:buSzPts val="1800"/>
              <a:buFont typeface="Arial"/>
              <a:buNone/>
            </a:pPr>
            <a:r>
              <a:rPr lang="en" dirty="0">
                <a:solidFill>
                  <a:srgbClr val="3F51B5"/>
                </a:solidFill>
                <a:latin typeface="JetBrains Mono"/>
                <a:ea typeface="JetBrains Mono"/>
                <a:cs typeface="JetBrains Mono"/>
                <a:sym typeface="JetBrains Mono"/>
              </a:rPr>
              <a:t>when</a:t>
            </a:r>
            <a:r>
              <a:rPr lang="en" dirty="0">
                <a:solidFill>
                  <a:srgbClr val="37474F"/>
                </a:solidFill>
                <a:latin typeface="JetBrains Mono"/>
                <a:ea typeface="JetBrains Mono"/>
                <a:cs typeface="JetBrains Mono"/>
                <a:sym typeface="JetBrains Mono"/>
              </a:rPr>
              <a:t> (x) {</a:t>
            </a:r>
            <a:endParaRPr dirty="0">
              <a:solidFill>
                <a:srgbClr val="37474F"/>
              </a:solidFill>
              <a:latin typeface="JetBrains Mono"/>
              <a:ea typeface="JetBrains Mono"/>
              <a:cs typeface="JetBrains Mono"/>
              <a:sym typeface="JetBrains Mono"/>
            </a:endParaRPr>
          </a:p>
          <a:p>
            <a:pPr marL="0" lvl="0" indent="0" algn="l" rtl="0">
              <a:spcBef>
                <a:spcPts val="0"/>
              </a:spcBef>
              <a:spcAft>
                <a:spcPts val="0"/>
              </a:spcAft>
              <a:buClr>
                <a:schemeClr val="dk1"/>
              </a:buClr>
              <a:buSzPts val="1800"/>
              <a:buFont typeface="Arial"/>
              <a:buNone/>
            </a:pPr>
            <a:r>
              <a:rPr lang="en" dirty="0">
                <a:solidFill>
                  <a:srgbClr val="37474F"/>
                </a:solidFill>
                <a:latin typeface="JetBrains Mono"/>
                <a:ea typeface="JetBrains Mono"/>
                <a:cs typeface="JetBrains Mono"/>
                <a:sym typeface="JetBrains Mono"/>
              </a:rPr>
              <a:t>    1 -&gt; print(</a:t>
            </a:r>
            <a:r>
              <a:rPr lang="en" dirty="0">
                <a:solidFill>
                  <a:srgbClr val="388E3C"/>
                </a:solidFill>
                <a:latin typeface="JetBrains Mono"/>
                <a:ea typeface="JetBrains Mono"/>
                <a:cs typeface="JetBrains Mono"/>
                <a:sym typeface="JetBrains Mono"/>
              </a:rPr>
              <a:t>"x == 1"</a:t>
            </a:r>
            <a:r>
              <a:rPr lang="en" dirty="0">
                <a:solidFill>
                  <a:srgbClr val="37474F"/>
                </a:solidFill>
                <a:latin typeface="JetBrains Mono"/>
                <a:ea typeface="JetBrains Mono"/>
                <a:cs typeface="JetBrains Mono"/>
                <a:sym typeface="JetBrains Mono"/>
              </a:rPr>
              <a:t>)</a:t>
            </a:r>
            <a:endParaRPr dirty="0">
              <a:solidFill>
                <a:srgbClr val="37474F"/>
              </a:solidFill>
              <a:latin typeface="JetBrains Mono"/>
              <a:ea typeface="JetBrains Mono"/>
              <a:cs typeface="JetBrains Mono"/>
              <a:sym typeface="JetBrains Mono"/>
            </a:endParaRPr>
          </a:p>
          <a:p>
            <a:pPr marL="0" lvl="0" indent="0" algn="l" rtl="0">
              <a:spcBef>
                <a:spcPts val="0"/>
              </a:spcBef>
              <a:spcAft>
                <a:spcPts val="0"/>
              </a:spcAft>
              <a:buClr>
                <a:schemeClr val="dk1"/>
              </a:buClr>
              <a:buSzPts val="1800"/>
              <a:buFont typeface="Arial"/>
              <a:buNone/>
            </a:pPr>
            <a:r>
              <a:rPr lang="en" dirty="0">
                <a:solidFill>
                  <a:srgbClr val="37474F"/>
                </a:solidFill>
                <a:latin typeface="JetBrains Mono"/>
                <a:ea typeface="JetBrains Mono"/>
                <a:cs typeface="JetBrains Mono"/>
                <a:sym typeface="JetBrains Mono"/>
              </a:rPr>
              <a:t>    2 -&gt; print(</a:t>
            </a:r>
            <a:r>
              <a:rPr lang="en" dirty="0">
                <a:solidFill>
                  <a:srgbClr val="388E3C"/>
                </a:solidFill>
                <a:latin typeface="JetBrains Mono"/>
                <a:ea typeface="JetBrains Mono"/>
                <a:cs typeface="JetBrains Mono"/>
                <a:sym typeface="JetBrains Mono"/>
              </a:rPr>
              <a:t>"x == 2"</a:t>
            </a:r>
            <a:r>
              <a:rPr lang="en" dirty="0">
                <a:solidFill>
                  <a:srgbClr val="37474F"/>
                </a:solidFill>
                <a:latin typeface="JetBrains Mono"/>
                <a:ea typeface="JetBrains Mono"/>
                <a:cs typeface="JetBrains Mono"/>
                <a:sym typeface="JetBrains Mono"/>
              </a:rPr>
              <a:t>)</a:t>
            </a:r>
            <a:endParaRPr dirty="0">
              <a:solidFill>
                <a:srgbClr val="37474F"/>
              </a:solidFill>
              <a:latin typeface="JetBrains Mono"/>
              <a:ea typeface="JetBrains Mono"/>
              <a:cs typeface="JetBrains Mono"/>
              <a:sym typeface="JetBrains Mono"/>
            </a:endParaRPr>
          </a:p>
          <a:p>
            <a:pPr marL="0" lvl="0" indent="0" algn="l" rtl="0">
              <a:spcBef>
                <a:spcPts val="0"/>
              </a:spcBef>
              <a:spcAft>
                <a:spcPts val="0"/>
              </a:spcAft>
              <a:buClr>
                <a:schemeClr val="dk1"/>
              </a:buClr>
              <a:buSzPts val="1800"/>
              <a:buFont typeface="Arial"/>
              <a:buNone/>
            </a:pPr>
            <a:r>
              <a:rPr lang="en" dirty="0">
                <a:solidFill>
                  <a:srgbClr val="37474F"/>
                </a:solidFill>
                <a:latin typeface="JetBrains Mono"/>
                <a:ea typeface="JetBrains Mono"/>
                <a:cs typeface="JetBrains Mono"/>
                <a:sym typeface="JetBrains Mono"/>
              </a:rPr>
              <a:t>    </a:t>
            </a:r>
            <a:r>
              <a:rPr lang="en" dirty="0">
                <a:solidFill>
                  <a:srgbClr val="3F51B5"/>
                </a:solidFill>
                <a:latin typeface="JetBrains Mono"/>
                <a:ea typeface="JetBrains Mono"/>
                <a:cs typeface="JetBrains Mono"/>
                <a:sym typeface="JetBrains Mono"/>
              </a:rPr>
              <a:t>else</a:t>
            </a:r>
            <a:r>
              <a:rPr lang="en" dirty="0">
                <a:solidFill>
                  <a:srgbClr val="37474F"/>
                </a:solidFill>
                <a:latin typeface="JetBrains Mono"/>
                <a:ea typeface="JetBrains Mono"/>
                <a:cs typeface="JetBrains Mono"/>
                <a:sym typeface="JetBrains Mono"/>
              </a:rPr>
              <a:t> -&gt; {</a:t>
            </a:r>
            <a:endParaRPr dirty="0">
              <a:solidFill>
                <a:srgbClr val="37474F"/>
              </a:solidFill>
              <a:latin typeface="JetBrains Mono"/>
              <a:ea typeface="JetBrains Mono"/>
              <a:cs typeface="JetBrains Mono"/>
              <a:sym typeface="JetBrains Mono"/>
            </a:endParaRPr>
          </a:p>
          <a:p>
            <a:pPr marL="0" lvl="0" indent="0" algn="l" rtl="0">
              <a:spcBef>
                <a:spcPts val="0"/>
              </a:spcBef>
              <a:spcAft>
                <a:spcPts val="0"/>
              </a:spcAft>
              <a:buClr>
                <a:schemeClr val="dk1"/>
              </a:buClr>
              <a:buSzPts val="1800"/>
              <a:buFont typeface="Arial"/>
              <a:buNone/>
            </a:pPr>
            <a:r>
              <a:rPr lang="en" dirty="0">
                <a:solidFill>
                  <a:srgbClr val="37474F"/>
                </a:solidFill>
                <a:latin typeface="JetBrains Mono"/>
                <a:ea typeface="JetBrains Mono"/>
                <a:cs typeface="JetBrains Mono"/>
                <a:sym typeface="JetBrains Mono"/>
              </a:rPr>
              <a:t>        print(</a:t>
            </a:r>
            <a:r>
              <a:rPr lang="en" dirty="0">
                <a:solidFill>
                  <a:srgbClr val="388E3C"/>
                </a:solidFill>
                <a:latin typeface="JetBrains Mono"/>
                <a:ea typeface="JetBrains Mono"/>
                <a:cs typeface="JetBrains Mono"/>
                <a:sym typeface="JetBrains Mono"/>
              </a:rPr>
              <a:t>"x is neither 1 nor 2"</a:t>
            </a:r>
            <a:r>
              <a:rPr lang="en" dirty="0">
                <a:solidFill>
                  <a:srgbClr val="37474F"/>
                </a:solidFill>
                <a:latin typeface="JetBrains Mono"/>
                <a:ea typeface="JetBrains Mono"/>
                <a:cs typeface="JetBrains Mono"/>
                <a:sym typeface="JetBrains Mono"/>
              </a:rPr>
              <a:t>)</a:t>
            </a:r>
            <a:endParaRPr dirty="0">
              <a:solidFill>
                <a:srgbClr val="37474F"/>
              </a:solidFill>
              <a:latin typeface="JetBrains Mono"/>
              <a:ea typeface="JetBrains Mono"/>
              <a:cs typeface="JetBrains Mono"/>
              <a:sym typeface="JetBrains Mono"/>
            </a:endParaRPr>
          </a:p>
          <a:p>
            <a:pPr marL="0" lvl="0" indent="0" algn="l" rtl="0">
              <a:spcBef>
                <a:spcPts val="0"/>
              </a:spcBef>
              <a:spcAft>
                <a:spcPts val="0"/>
              </a:spcAft>
              <a:buClr>
                <a:schemeClr val="dk1"/>
              </a:buClr>
              <a:buSzPts val="1800"/>
              <a:buFont typeface="Arial"/>
              <a:buNone/>
            </a:pPr>
            <a:r>
              <a:rPr lang="en" dirty="0">
                <a:solidFill>
                  <a:srgbClr val="37474F"/>
                </a:solidFill>
                <a:latin typeface="JetBrains Mono"/>
                <a:ea typeface="JetBrains Mono"/>
                <a:cs typeface="JetBrains Mono"/>
                <a:sym typeface="JetBrains Mono"/>
              </a:rPr>
              <a:t>    }</a:t>
            </a:r>
            <a:endParaRPr dirty="0">
              <a:solidFill>
                <a:srgbClr val="37474F"/>
              </a:solidFill>
              <a:latin typeface="JetBrains Mono"/>
              <a:ea typeface="JetBrains Mono"/>
              <a:cs typeface="JetBrains Mono"/>
              <a:sym typeface="JetBrains Mono"/>
            </a:endParaRPr>
          </a:p>
          <a:p>
            <a:pPr marL="0" lvl="0" indent="0" algn="l" rtl="0">
              <a:spcBef>
                <a:spcPts val="0"/>
              </a:spcBef>
              <a:spcAft>
                <a:spcPts val="0"/>
              </a:spcAft>
              <a:buClr>
                <a:schemeClr val="dk1"/>
              </a:buClr>
              <a:buSzPts val="1800"/>
              <a:buFont typeface="Arial"/>
              <a:buNone/>
            </a:pPr>
            <a:r>
              <a:rPr lang="en" dirty="0">
                <a:solidFill>
                  <a:srgbClr val="37474F"/>
                </a:solidFill>
                <a:latin typeface="JetBrains Mono"/>
                <a:ea typeface="JetBrains Mono"/>
                <a:cs typeface="JetBrains Mono"/>
                <a:sym typeface="JetBrains Mono"/>
              </a:rPr>
              <a:t>}</a:t>
            </a:r>
            <a:endParaRPr dirty="0">
              <a:solidFill>
                <a:srgbClr val="3F51B5"/>
              </a:solidFill>
              <a:latin typeface="JetBrains Mono"/>
              <a:ea typeface="JetBrains Mono"/>
              <a:cs typeface="JetBrains Mono"/>
              <a:sym typeface="JetBrains Mono"/>
            </a:endParaRPr>
          </a:p>
          <a:p>
            <a:pPr marL="0" lvl="0" indent="0" algn="l" rtl="0">
              <a:spcBef>
                <a:spcPts val="0"/>
              </a:spcBef>
              <a:spcAft>
                <a:spcPts val="0"/>
              </a:spcAft>
              <a:buClr>
                <a:schemeClr val="dk1"/>
              </a:buClr>
              <a:buSzPts val="1800"/>
              <a:buFont typeface="Arial"/>
              <a:buNone/>
            </a:pPr>
            <a:r>
              <a:rPr lang="en" dirty="0">
                <a:solidFill>
                  <a:srgbClr val="37474F"/>
                </a:solidFill>
                <a:latin typeface="JetBrains Mono"/>
                <a:ea typeface="JetBrains Mono"/>
                <a:cs typeface="JetBrains Mono"/>
                <a:sym typeface="JetBrains Mono"/>
              </a:rPr>
              <a:t>    </a:t>
            </a:r>
            <a:endParaRPr dirty="0">
              <a:solidFill>
                <a:srgbClr val="37474F"/>
              </a:solidFill>
              <a:latin typeface="JetBrains Mono"/>
              <a:ea typeface="JetBrains Mono"/>
              <a:cs typeface="JetBrains Mono"/>
              <a:sym typeface="JetBrains Mono"/>
            </a:endParaRPr>
          </a:p>
          <a:p>
            <a:pPr marL="0" lvl="0" indent="0" algn="l" rtl="0">
              <a:spcBef>
                <a:spcPts val="0"/>
              </a:spcBef>
              <a:spcAft>
                <a:spcPts val="0"/>
              </a:spcAft>
              <a:buClr>
                <a:schemeClr val="dk1"/>
              </a:buClr>
              <a:buSzPts val="1800"/>
              <a:buFont typeface="Arial"/>
              <a:buNone/>
            </a:pPr>
            <a:r>
              <a:rPr lang="en" dirty="0">
                <a:solidFill>
                  <a:srgbClr val="3F51B5"/>
                </a:solidFill>
                <a:latin typeface="JetBrains Mono"/>
                <a:ea typeface="JetBrains Mono"/>
                <a:cs typeface="JetBrains Mono"/>
                <a:sym typeface="JetBrains Mono"/>
              </a:rPr>
              <a:t>when </a:t>
            </a:r>
            <a:r>
              <a:rPr lang="zh-CN" altLang="en-US" dirty="0"/>
              <a:t>与 </a:t>
            </a:r>
            <a:r>
              <a:rPr lang="en" dirty="0">
                <a:solidFill>
                  <a:srgbClr val="3F51B5"/>
                </a:solidFill>
                <a:latin typeface="JetBrains Mono"/>
                <a:ea typeface="JetBrains Mono"/>
                <a:cs typeface="JetBrains Mono"/>
                <a:sym typeface="JetBrains Mono"/>
              </a:rPr>
              <a:t>if</a:t>
            </a:r>
            <a:r>
              <a:rPr lang="en" dirty="0"/>
              <a:t> </a:t>
            </a:r>
            <a:r>
              <a:rPr lang="zh-CN" altLang="en-US" dirty="0"/>
              <a:t>的返回方式相同。</a:t>
            </a:r>
            <a:endParaRPr dirty="0">
              <a:solidFill>
                <a:srgbClr val="3F51B5"/>
              </a:solidFill>
              <a:latin typeface="JetBrains Mono"/>
              <a:ea typeface="JetBrains Mono"/>
              <a:cs typeface="JetBrains Mono"/>
              <a:sym typeface="JetBrains Mono"/>
            </a:endParaRPr>
          </a:p>
          <a:p>
            <a:pPr marL="0" lvl="0" indent="0" algn="l" rtl="0">
              <a:spcBef>
                <a:spcPts val="0"/>
              </a:spcBef>
              <a:spcAft>
                <a:spcPts val="600"/>
              </a:spcAft>
              <a:buNone/>
            </a:pPr>
            <a:endParaRPr dirty="0"/>
          </a:p>
        </p:txBody>
      </p:sp>
      <p:sp>
        <p:nvSpPr>
          <p:cNvPr id="115" name="Google Shape;115;p20"/>
          <p:cNvSpPr txBox="1">
            <a:spLocks noGrp="1"/>
          </p:cNvSpPr>
          <p:nvPr>
            <p:ph type="body" idx="1"/>
          </p:nvPr>
        </p:nvSpPr>
        <p:spPr>
          <a:xfrm>
            <a:off x="4572004" y="1335025"/>
            <a:ext cx="3815700" cy="2615400"/>
          </a:xfrm>
          <a:prstGeom prst="rect">
            <a:avLst/>
          </a:prstGeom>
        </p:spPr>
        <p:txBody>
          <a:bodyPr spcFirstLastPara="1" wrap="square" lIns="0" tIns="73150" rIns="0" bIns="0" anchor="t" anchorCtr="0">
            <a:noAutofit/>
          </a:bodyPr>
          <a:lstStyle/>
          <a:p>
            <a:pPr marL="0" lvl="0" indent="0" algn="l" rtl="0">
              <a:spcBef>
                <a:spcPts val="0"/>
              </a:spcBef>
              <a:spcAft>
                <a:spcPts val="0"/>
              </a:spcAft>
              <a:buClr>
                <a:schemeClr val="dk1"/>
              </a:buClr>
              <a:buSzPts val="1800"/>
              <a:buFont typeface="Arial"/>
              <a:buNone/>
            </a:pPr>
            <a:r>
              <a:rPr lang="en" dirty="0">
                <a:solidFill>
                  <a:srgbClr val="3F51B5"/>
                </a:solidFill>
                <a:latin typeface="JetBrains Mono"/>
                <a:ea typeface="JetBrains Mono"/>
                <a:cs typeface="JetBrains Mono"/>
                <a:sym typeface="JetBrains Mono"/>
              </a:rPr>
              <a:t>when</a:t>
            </a:r>
            <a:r>
              <a:rPr lang="en" dirty="0">
                <a:solidFill>
                  <a:srgbClr val="37474F"/>
                </a:solidFill>
                <a:latin typeface="JetBrains Mono"/>
                <a:ea typeface="JetBrains Mono"/>
                <a:cs typeface="JetBrains Mono"/>
                <a:sym typeface="JetBrains Mono"/>
              </a:rPr>
              <a:t> {</a:t>
            </a:r>
            <a:endParaRPr dirty="0">
              <a:solidFill>
                <a:srgbClr val="37474F"/>
              </a:solidFill>
              <a:latin typeface="JetBrains Mono"/>
              <a:ea typeface="JetBrains Mono"/>
              <a:cs typeface="JetBrains Mono"/>
              <a:sym typeface="JetBrains Mono"/>
            </a:endParaRPr>
          </a:p>
          <a:p>
            <a:pPr marL="0" lvl="0" indent="0" algn="l" rtl="0">
              <a:spcBef>
                <a:spcPts val="0"/>
              </a:spcBef>
              <a:spcAft>
                <a:spcPts val="0"/>
              </a:spcAft>
              <a:buClr>
                <a:schemeClr val="dk1"/>
              </a:buClr>
              <a:buSzPts val="1800"/>
              <a:buFont typeface="Arial"/>
              <a:buNone/>
            </a:pPr>
            <a:r>
              <a:rPr lang="en" dirty="0">
                <a:solidFill>
                  <a:srgbClr val="37474F"/>
                </a:solidFill>
                <a:latin typeface="JetBrains Mono"/>
                <a:ea typeface="JetBrains Mono"/>
                <a:cs typeface="JetBrains Mono"/>
                <a:sym typeface="JetBrains Mono"/>
              </a:rPr>
              <a:t>    x &lt;</a:t>
            </a:r>
            <a:r>
              <a:rPr lang="en" dirty="0">
                <a:highlight>
                  <a:schemeClr val="lt1"/>
                </a:highlight>
                <a:latin typeface="JetBrains Mono"/>
                <a:ea typeface="JetBrains Mono"/>
                <a:cs typeface="JetBrains Mono"/>
                <a:sym typeface="JetBrains Mono"/>
              </a:rPr>
              <a:t> </a:t>
            </a:r>
            <a:r>
              <a:rPr lang="en" dirty="0">
                <a:solidFill>
                  <a:srgbClr val="3F51B5"/>
                </a:solidFill>
                <a:latin typeface="JetBrains Mono"/>
                <a:ea typeface="JetBrains Mono"/>
                <a:cs typeface="JetBrains Mono"/>
                <a:sym typeface="JetBrains Mono"/>
              </a:rPr>
              <a:t>0</a:t>
            </a:r>
            <a:r>
              <a:rPr lang="en" dirty="0">
                <a:solidFill>
                  <a:srgbClr val="37474F"/>
                </a:solidFill>
                <a:latin typeface="JetBrains Mono"/>
                <a:ea typeface="JetBrains Mono"/>
                <a:cs typeface="JetBrains Mono"/>
                <a:sym typeface="JetBrains Mono"/>
              </a:rPr>
              <a:t> -&gt; print(</a:t>
            </a:r>
            <a:r>
              <a:rPr lang="en" dirty="0">
                <a:solidFill>
                  <a:srgbClr val="388E3C"/>
                </a:solidFill>
                <a:latin typeface="JetBrains Mono"/>
                <a:ea typeface="JetBrains Mono"/>
                <a:cs typeface="JetBrains Mono"/>
                <a:sym typeface="JetBrains Mono"/>
              </a:rPr>
              <a:t>"x &lt; 0"</a:t>
            </a:r>
            <a:r>
              <a:rPr lang="en" dirty="0">
                <a:solidFill>
                  <a:srgbClr val="37474F"/>
                </a:solidFill>
                <a:latin typeface="JetBrains Mono"/>
                <a:ea typeface="JetBrains Mono"/>
                <a:cs typeface="JetBrains Mono"/>
                <a:sym typeface="JetBrains Mono"/>
              </a:rPr>
              <a:t>)</a:t>
            </a:r>
            <a:endParaRPr dirty="0">
              <a:solidFill>
                <a:srgbClr val="37474F"/>
              </a:solidFill>
              <a:latin typeface="JetBrains Mono"/>
              <a:ea typeface="JetBrains Mono"/>
              <a:cs typeface="JetBrains Mono"/>
              <a:sym typeface="JetBrains Mono"/>
            </a:endParaRPr>
          </a:p>
          <a:p>
            <a:pPr marL="0" lvl="0" indent="0" algn="l" rtl="0">
              <a:spcBef>
                <a:spcPts val="0"/>
              </a:spcBef>
              <a:spcAft>
                <a:spcPts val="0"/>
              </a:spcAft>
              <a:buClr>
                <a:schemeClr val="dk1"/>
              </a:buClr>
              <a:buSzPts val="1800"/>
              <a:buFont typeface="Arial"/>
              <a:buNone/>
            </a:pPr>
            <a:r>
              <a:rPr lang="en" dirty="0">
                <a:solidFill>
                  <a:srgbClr val="37474F"/>
                </a:solidFill>
                <a:latin typeface="JetBrains Mono"/>
                <a:ea typeface="JetBrains Mono"/>
                <a:cs typeface="JetBrains Mono"/>
                <a:sym typeface="JetBrains Mono"/>
              </a:rPr>
              <a:t>    x &gt;</a:t>
            </a:r>
            <a:r>
              <a:rPr lang="en" dirty="0">
                <a:highlight>
                  <a:schemeClr val="lt1"/>
                </a:highlight>
                <a:latin typeface="JetBrains Mono"/>
                <a:ea typeface="JetBrains Mono"/>
                <a:cs typeface="JetBrains Mono"/>
                <a:sym typeface="JetBrains Mono"/>
              </a:rPr>
              <a:t> </a:t>
            </a:r>
            <a:r>
              <a:rPr lang="en" dirty="0">
                <a:solidFill>
                  <a:srgbClr val="3F51B5"/>
                </a:solidFill>
                <a:latin typeface="JetBrains Mono"/>
                <a:ea typeface="JetBrains Mono"/>
                <a:cs typeface="JetBrains Mono"/>
                <a:sym typeface="JetBrains Mono"/>
              </a:rPr>
              <a:t>0</a:t>
            </a:r>
            <a:r>
              <a:rPr lang="en" dirty="0">
                <a:solidFill>
                  <a:srgbClr val="37474F"/>
                </a:solidFill>
                <a:latin typeface="JetBrains Mono"/>
                <a:ea typeface="JetBrains Mono"/>
                <a:cs typeface="JetBrains Mono"/>
                <a:sym typeface="JetBrains Mono"/>
              </a:rPr>
              <a:t> -&gt; print(</a:t>
            </a:r>
            <a:r>
              <a:rPr lang="en" dirty="0">
                <a:solidFill>
                  <a:srgbClr val="388E3C"/>
                </a:solidFill>
                <a:latin typeface="JetBrains Mono"/>
                <a:ea typeface="JetBrains Mono"/>
                <a:cs typeface="JetBrains Mono"/>
                <a:sym typeface="JetBrains Mono"/>
              </a:rPr>
              <a:t>"x &gt; 0"</a:t>
            </a:r>
            <a:r>
              <a:rPr lang="en" dirty="0">
                <a:solidFill>
                  <a:srgbClr val="37474F"/>
                </a:solidFill>
                <a:latin typeface="JetBrains Mono"/>
                <a:ea typeface="JetBrains Mono"/>
                <a:cs typeface="JetBrains Mono"/>
                <a:sym typeface="JetBrains Mono"/>
              </a:rPr>
              <a:t>)</a:t>
            </a:r>
            <a:endParaRPr dirty="0">
              <a:solidFill>
                <a:srgbClr val="37474F"/>
              </a:solidFill>
              <a:latin typeface="JetBrains Mono"/>
              <a:ea typeface="JetBrains Mono"/>
              <a:cs typeface="JetBrains Mono"/>
              <a:sym typeface="JetBrains Mono"/>
            </a:endParaRPr>
          </a:p>
          <a:p>
            <a:pPr marL="0" lvl="0" indent="0" algn="l" rtl="0">
              <a:spcBef>
                <a:spcPts val="0"/>
              </a:spcBef>
              <a:spcAft>
                <a:spcPts val="0"/>
              </a:spcAft>
              <a:buClr>
                <a:schemeClr val="dk1"/>
              </a:buClr>
              <a:buSzPts val="1800"/>
              <a:buFont typeface="Arial"/>
              <a:buNone/>
            </a:pPr>
            <a:r>
              <a:rPr lang="en" dirty="0">
                <a:solidFill>
                  <a:srgbClr val="37474F"/>
                </a:solidFill>
                <a:latin typeface="JetBrains Mono"/>
                <a:ea typeface="JetBrains Mono"/>
                <a:cs typeface="JetBrains Mono"/>
                <a:sym typeface="JetBrains Mono"/>
              </a:rPr>
              <a:t>    </a:t>
            </a:r>
            <a:r>
              <a:rPr lang="en" dirty="0">
                <a:solidFill>
                  <a:srgbClr val="3F51B5"/>
                </a:solidFill>
                <a:latin typeface="JetBrains Mono"/>
                <a:ea typeface="JetBrains Mono"/>
                <a:cs typeface="JetBrains Mono"/>
                <a:sym typeface="JetBrains Mono"/>
              </a:rPr>
              <a:t>else</a:t>
            </a:r>
            <a:r>
              <a:rPr lang="en" dirty="0">
                <a:solidFill>
                  <a:srgbClr val="37474F"/>
                </a:solidFill>
                <a:latin typeface="JetBrains Mono"/>
                <a:ea typeface="JetBrains Mono"/>
                <a:cs typeface="JetBrains Mono"/>
                <a:sym typeface="JetBrains Mono"/>
              </a:rPr>
              <a:t> -&gt; {</a:t>
            </a:r>
            <a:endParaRPr dirty="0">
              <a:solidFill>
                <a:srgbClr val="37474F"/>
              </a:solidFill>
              <a:latin typeface="JetBrains Mono"/>
              <a:ea typeface="JetBrains Mono"/>
              <a:cs typeface="JetBrains Mono"/>
              <a:sym typeface="JetBrains Mono"/>
            </a:endParaRPr>
          </a:p>
          <a:p>
            <a:pPr marL="0" lvl="0" indent="0" algn="l" rtl="0">
              <a:spcBef>
                <a:spcPts val="0"/>
              </a:spcBef>
              <a:spcAft>
                <a:spcPts val="0"/>
              </a:spcAft>
              <a:buClr>
                <a:schemeClr val="dk1"/>
              </a:buClr>
              <a:buSzPts val="1800"/>
              <a:buFont typeface="Arial"/>
              <a:buNone/>
            </a:pPr>
            <a:r>
              <a:rPr lang="en" dirty="0">
                <a:solidFill>
                  <a:srgbClr val="37474F"/>
                </a:solidFill>
                <a:latin typeface="JetBrains Mono"/>
                <a:ea typeface="JetBrains Mono"/>
                <a:cs typeface="JetBrains Mono"/>
                <a:sym typeface="JetBrains Mono"/>
              </a:rPr>
              <a:t>        print(</a:t>
            </a:r>
            <a:r>
              <a:rPr lang="en" dirty="0">
                <a:solidFill>
                  <a:srgbClr val="388E3C"/>
                </a:solidFill>
                <a:latin typeface="JetBrains Mono"/>
                <a:ea typeface="JetBrains Mono"/>
                <a:cs typeface="JetBrains Mono"/>
                <a:sym typeface="JetBrains Mono"/>
              </a:rPr>
              <a:t>"x == 0"</a:t>
            </a:r>
            <a:r>
              <a:rPr lang="en" dirty="0">
                <a:solidFill>
                  <a:srgbClr val="37474F"/>
                </a:solidFill>
                <a:latin typeface="JetBrains Mono"/>
                <a:ea typeface="JetBrains Mono"/>
                <a:cs typeface="JetBrains Mono"/>
                <a:sym typeface="JetBrains Mono"/>
              </a:rPr>
              <a:t>)</a:t>
            </a:r>
            <a:endParaRPr dirty="0">
              <a:solidFill>
                <a:srgbClr val="37474F"/>
              </a:solidFill>
              <a:latin typeface="JetBrains Mono"/>
              <a:ea typeface="JetBrains Mono"/>
              <a:cs typeface="JetBrains Mono"/>
              <a:sym typeface="JetBrains Mono"/>
            </a:endParaRPr>
          </a:p>
          <a:p>
            <a:pPr marL="0" lvl="0" indent="0" algn="l" rtl="0">
              <a:spcBef>
                <a:spcPts val="0"/>
              </a:spcBef>
              <a:spcAft>
                <a:spcPts val="0"/>
              </a:spcAft>
              <a:buClr>
                <a:schemeClr val="dk1"/>
              </a:buClr>
              <a:buSzPts val="1800"/>
              <a:buFont typeface="Arial"/>
              <a:buNone/>
            </a:pPr>
            <a:r>
              <a:rPr lang="en" dirty="0">
                <a:solidFill>
                  <a:srgbClr val="37474F"/>
                </a:solidFill>
                <a:latin typeface="JetBrains Mono"/>
                <a:ea typeface="JetBrains Mono"/>
                <a:cs typeface="JetBrains Mono"/>
                <a:sym typeface="JetBrains Mono"/>
              </a:rPr>
              <a:t>    }</a:t>
            </a:r>
            <a:endParaRPr dirty="0">
              <a:solidFill>
                <a:srgbClr val="37474F"/>
              </a:solidFill>
              <a:latin typeface="JetBrains Mono"/>
              <a:ea typeface="JetBrains Mono"/>
              <a:cs typeface="JetBrains Mono"/>
              <a:sym typeface="JetBrains Mono"/>
            </a:endParaRPr>
          </a:p>
          <a:p>
            <a:pPr marL="0" lvl="0" indent="0" algn="l" rtl="0">
              <a:spcBef>
                <a:spcPts val="0"/>
              </a:spcBef>
              <a:spcAft>
                <a:spcPts val="0"/>
              </a:spcAft>
              <a:buClr>
                <a:schemeClr val="dk1"/>
              </a:buClr>
              <a:buSzPts val="1800"/>
              <a:buFont typeface="Arial"/>
              <a:buNone/>
            </a:pPr>
            <a:r>
              <a:rPr lang="en" dirty="0">
                <a:solidFill>
                  <a:srgbClr val="37474F"/>
                </a:solidFill>
                <a:latin typeface="JetBrains Mono"/>
                <a:ea typeface="JetBrains Mono"/>
                <a:cs typeface="JetBrains Mono"/>
                <a:sym typeface="JetBrains Mono"/>
              </a:rPr>
              <a:t>}</a:t>
            </a:r>
            <a:endParaRPr dirty="0">
              <a:solidFill>
                <a:srgbClr val="3F51B5"/>
              </a:solidFill>
              <a:latin typeface="JetBrains Mono"/>
              <a:ea typeface="JetBrains Mono"/>
              <a:cs typeface="JetBrains Mono"/>
              <a:sym typeface="JetBrains Mono"/>
            </a:endParaRPr>
          </a:p>
          <a:p>
            <a:pPr marL="0" lvl="0" indent="0" algn="l" rtl="0">
              <a:spcBef>
                <a:spcPts val="0"/>
              </a:spcBef>
              <a:spcAft>
                <a:spcPts val="0"/>
              </a:spcAft>
              <a:buClr>
                <a:schemeClr val="dk1"/>
              </a:buClr>
              <a:buSzPts val="1800"/>
              <a:buFont typeface="Arial"/>
              <a:buNone/>
            </a:pPr>
            <a:r>
              <a:rPr lang="en" dirty="0">
                <a:solidFill>
                  <a:srgbClr val="37474F"/>
                </a:solidFill>
                <a:latin typeface="JetBrains Mono"/>
                <a:ea typeface="JetBrains Mono"/>
                <a:cs typeface="JetBrains Mono"/>
                <a:sym typeface="JetBrains Mono"/>
              </a:rPr>
              <a:t>    </a:t>
            </a:r>
            <a:endParaRPr dirty="0">
              <a:solidFill>
                <a:srgbClr val="37474F"/>
              </a:solidFill>
              <a:latin typeface="JetBrains Mono"/>
              <a:ea typeface="JetBrains Mono"/>
              <a:cs typeface="JetBrains Mono"/>
              <a:sym typeface="JetBrains Mono"/>
            </a:endParaRPr>
          </a:p>
          <a:p>
            <a:pPr marL="0" lvl="0" indent="0" algn="l" rtl="0">
              <a:spcBef>
                <a:spcPts val="0"/>
              </a:spcBef>
              <a:spcAft>
                <a:spcPts val="0"/>
              </a:spcAft>
              <a:buClr>
                <a:schemeClr val="dk1"/>
              </a:buClr>
              <a:buSzPts val="1800"/>
              <a:buFont typeface="Arial"/>
              <a:buNone/>
            </a:pPr>
            <a:br>
              <a:rPr lang="en" dirty="0"/>
            </a:br>
            <a:r>
              <a:rPr lang="zh-CN" altLang="en-US" dirty="0"/>
              <a:t>条件判断可以写在分支内部。</a:t>
            </a:r>
            <a:endParaRPr dirty="0">
              <a:solidFill>
                <a:srgbClr val="3F51B5"/>
              </a:solidFill>
              <a:latin typeface="JetBrains Mono"/>
              <a:ea typeface="JetBrains Mono"/>
              <a:cs typeface="JetBrains Mono"/>
              <a:sym typeface="JetBrains Mono"/>
            </a:endParaRPr>
          </a:p>
          <a:p>
            <a:pPr marL="0" lvl="0" indent="0" algn="l" rtl="0">
              <a:spcBef>
                <a:spcPts val="0"/>
              </a:spcBef>
              <a:spcAft>
                <a:spcPts val="600"/>
              </a:spcAft>
              <a:buNone/>
            </a:pPr>
            <a:endParaRPr dirty="0">
              <a:solidFill>
                <a:srgbClr val="3F51B5"/>
              </a:solidFill>
              <a:latin typeface="JetBrains Mono"/>
              <a:ea typeface="JetBrains Mono"/>
              <a:cs typeface="JetBrains Mono"/>
              <a:sym typeface="JetBrains Mono"/>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21"/>
          <p:cNvSpPr txBox="1">
            <a:spLocks noGrp="1"/>
          </p:cNvSpPr>
          <p:nvPr>
            <p:ph type="title"/>
          </p:nvPr>
        </p:nvSpPr>
        <p:spPr>
          <a:xfrm>
            <a:off x="292608" y="292608"/>
            <a:ext cx="8503800" cy="457200"/>
          </a:xfrm>
          <a:prstGeom prst="rect">
            <a:avLst/>
          </a:prstGeom>
          <a:noFill/>
          <a:ln>
            <a:noFill/>
          </a:ln>
        </p:spPr>
        <p:txBody>
          <a:bodyPr spcFirstLastPara="1" wrap="square" lIns="0" tIns="91425" rIns="0" bIns="91425" anchor="t" anchorCtr="0">
            <a:noAutofit/>
          </a:bodyPr>
          <a:lstStyle/>
          <a:p>
            <a:pPr lvl="0">
              <a:buSzPts val="2800"/>
            </a:pPr>
            <a:r>
              <a:rPr lang="en-US" altLang="zh-CN" dirty="0">
                <a:latin typeface="JetBrains Mono" panose="020B0604020202020204" charset="0"/>
                <a:cs typeface="JetBrains Mono" panose="020B0604020202020204" charset="0"/>
              </a:rPr>
              <a:t>w</a:t>
            </a:r>
            <a:r>
              <a:rPr lang="en" dirty="0">
                <a:latin typeface="JetBrains Mono" panose="020B0604020202020204" charset="0"/>
                <a:cs typeface="JetBrains Mono" panose="020B0604020202020204" charset="0"/>
              </a:rPr>
              <a:t>hen</a:t>
            </a:r>
            <a:r>
              <a:rPr lang="en" dirty="0"/>
              <a:t> </a:t>
            </a:r>
            <a:r>
              <a:rPr lang="zh-CN" altLang="en-US" dirty="0"/>
              <a:t>声明</a:t>
            </a:r>
            <a:endParaRPr dirty="0"/>
          </a:p>
        </p:txBody>
      </p:sp>
      <p:sp>
        <p:nvSpPr>
          <p:cNvPr id="121" name="Google Shape;121;p21"/>
          <p:cNvSpPr txBox="1">
            <a:spLocks noGrp="1"/>
          </p:cNvSpPr>
          <p:nvPr>
            <p:ph type="body" idx="1"/>
          </p:nvPr>
        </p:nvSpPr>
        <p:spPr>
          <a:xfrm>
            <a:off x="292608" y="1335024"/>
            <a:ext cx="8419800" cy="2615400"/>
          </a:xfrm>
          <a:prstGeom prst="rect">
            <a:avLst/>
          </a:prstGeom>
        </p:spPr>
        <p:txBody>
          <a:bodyPr spcFirstLastPara="1" wrap="square" lIns="0" tIns="73150" rIns="0" bIns="0" anchor="t" anchorCtr="0">
            <a:noAutofit/>
          </a:bodyPr>
          <a:lstStyle/>
          <a:p>
            <a:pPr marL="0" lvl="0" indent="0" algn="l" rtl="0">
              <a:spcBef>
                <a:spcPts val="0"/>
              </a:spcBef>
              <a:spcAft>
                <a:spcPts val="0"/>
              </a:spcAft>
              <a:buClr>
                <a:schemeClr val="dk1"/>
              </a:buClr>
              <a:buSzPts val="1800"/>
              <a:buFont typeface="Arial"/>
              <a:buNone/>
            </a:pPr>
            <a:r>
              <a:rPr lang="en" sz="1100" dirty="0">
                <a:solidFill>
                  <a:srgbClr val="3F51B5"/>
                </a:solidFill>
                <a:latin typeface="JetBrains Mono"/>
                <a:ea typeface="JetBrains Mono"/>
                <a:cs typeface="JetBrains Mono"/>
                <a:sym typeface="JetBrains Mono"/>
              </a:rPr>
              <a:t>fun </a:t>
            </a:r>
            <a:r>
              <a:rPr lang="en" sz="1100" dirty="0">
                <a:solidFill>
                  <a:srgbClr val="37474F"/>
                </a:solidFill>
                <a:latin typeface="JetBrains Mono"/>
                <a:ea typeface="JetBrains Mono"/>
                <a:cs typeface="JetBrains Mono"/>
                <a:sym typeface="JetBrains Mono"/>
              </a:rPr>
              <a:t>serveTeaTo(customer: Customer) {</a:t>
            </a:r>
            <a:endParaRPr sz="1100" dirty="0">
              <a:solidFill>
                <a:srgbClr val="37474F"/>
              </a:solidFill>
              <a:latin typeface="JetBrains Mono"/>
              <a:ea typeface="JetBrains Mono"/>
              <a:cs typeface="JetBrains Mono"/>
              <a:sym typeface="JetBrains Mono"/>
            </a:endParaRPr>
          </a:p>
          <a:p>
            <a:pPr marL="0" lvl="0" indent="0" algn="l" rtl="0">
              <a:spcBef>
                <a:spcPts val="200"/>
              </a:spcBef>
              <a:spcAft>
                <a:spcPts val="0"/>
              </a:spcAft>
              <a:buClr>
                <a:schemeClr val="dk1"/>
              </a:buClr>
              <a:buSzPts val="1800"/>
              <a:buFont typeface="Arial"/>
              <a:buNone/>
            </a:pPr>
            <a:r>
              <a:rPr lang="en" sz="1100" dirty="0">
                <a:solidFill>
                  <a:srgbClr val="3F51B5"/>
                </a:solidFill>
                <a:latin typeface="JetBrains Mono"/>
                <a:ea typeface="JetBrains Mono"/>
                <a:cs typeface="JetBrains Mono"/>
                <a:sym typeface="JetBrains Mono"/>
              </a:rPr>
              <a:t>	val </a:t>
            </a:r>
            <a:r>
              <a:rPr lang="en" sz="1100" dirty="0">
                <a:solidFill>
                  <a:srgbClr val="37474F"/>
                </a:solidFill>
                <a:latin typeface="JetBrains Mono"/>
                <a:ea typeface="JetBrains Mono"/>
                <a:cs typeface="JetBrains Mono"/>
                <a:sym typeface="JetBrains Mono"/>
              </a:rPr>
              <a:t>teaSack = takeRandomTeaSack()</a:t>
            </a:r>
            <a:endParaRPr sz="1100" dirty="0">
              <a:solidFill>
                <a:srgbClr val="37474F"/>
              </a:solidFill>
              <a:latin typeface="JetBrains Mono"/>
              <a:ea typeface="JetBrains Mono"/>
              <a:cs typeface="JetBrains Mono"/>
              <a:sym typeface="JetBrains Mono"/>
            </a:endParaRPr>
          </a:p>
          <a:p>
            <a:pPr marL="0" lvl="0" indent="0" algn="l" rtl="0">
              <a:spcBef>
                <a:spcPts val="200"/>
              </a:spcBef>
              <a:spcAft>
                <a:spcPts val="0"/>
              </a:spcAft>
              <a:buClr>
                <a:schemeClr val="dk1"/>
              </a:buClr>
              <a:buSzPts val="1800"/>
              <a:buFont typeface="Arial"/>
              <a:buNone/>
            </a:pPr>
            <a:endParaRPr sz="1100" dirty="0">
              <a:solidFill>
                <a:srgbClr val="37474F"/>
              </a:solidFill>
              <a:latin typeface="JetBrains Mono"/>
              <a:ea typeface="JetBrains Mono"/>
              <a:cs typeface="JetBrains Mono"/>
              <a:sym typeface="JetBrains Mono"/>
            </a:endParaRPr>
          </a:p>
          <a:p>
            <a:pPr marL="457200" lvl="0" indent="0" algn="l" rtl="0">
              <a:spcBef>
                <a:spcPts val="200"/>
              </a:spcBef>
              <a:spcAft>
                <a:spcPts val="0"/>
              </a:spcAft>
              <a:buClr>
                <a:schemeClr val="dk1"/>
              </a:buClr>
              <a:buSzPts val="1800"/>
              <a:buFont typeface="Arial"/>
              <a:buNone/>
            </a:pPr>
            <a:r>
              <a:rPr lang="en" sz="1100" dirty="0">
                <a:solidFill>
                  <a:srgbClr val="3F51B5"/>
                </a:solidFill>
                <a:latin typeface="JetBrains Mono"/>
                <a:ea typeface="JetBrains Mono"/>
                <a:cs typeface="JetBrains Mono"/>
                <a:sym typeface="JetBrains Mono"/>
              </a:rPr>
              <a:t>when</a:t>
            </a:r>
            <a:r>
              <a:rPr lang="en" sz="1100" dirty="0">
                <a:solidFill>
                  <a:srgbClr val="37474F"/>
                </a:solidFill>
                <a:latin typeface="JetBrains Mono"/>
                <a:ea typeface="JetBrains Mono"/>
                <a:cs typeface="JetBrains Mono"/>
                <a:sym typeface="JetBrains Mono"/>
              </a:rPr>
              <a:t> (teaSack) {</a:t>
            </a:r>
            <a:endParaRPr sz="1100" dirty="0">
              <a:solidFill>
                <a:srgbClr val="37474F"/>
              </a:solidFill>
              <a:latin typeface="JetBrains Mono"/>
              <a:ea typeface="JetBrains Mono"/>
              <a:cs typeface="JetBrains Mono"/>
              <a:sym typeface="JetBrains Mono"/>
            </a:endParaRPr>
          </a:p>
          <a:p>
            <a:pPr marL="457200" lvl="0" indent="0" algn="l" rtl="0">
              <a:spcBef>
                <a:spcPts val="200"/>
              </a:spcBef>
              <a:spcAft>
                <a:spcPts val="0"/>
              </a:spcAft>
              <a:buClr>
                <a:schemeClr val="dk1"/>
              </a:buClr>
              <a:buSzPts val="1800"/>
              <a:buFont typeface="Arial"/>
              <a:buNone/>
            </a:pPr>
            <a:r>
              <a:rPr lang="en" sz="1100" dirty="0">
                <a:solidFill>
                  <a:srgbClr val="37474F"/>
                </a:solidFill>
                <a:latin typeface="JetBrains Mono"/>
                <a:ea typeface="JetBrains Mono"/>
                <a:cs typeface="JetBrains Mono"/>
                <a:sym typeface="JetBrains Mono"/>
              </a:rPr>
              <a:t>    </a:t>
            </a:r>
            <a:r>
              <a:rPr lang="en" sz="1100" dirty="0">
                <a:solidFill>
                  <a:srgbClr val="3F51B5"/>
                </a:solidFill>
                <a:latin typeface="JetBrains Mono"/>
                <a:ea typeface="JetBrains Mono"/>
                <a:cs typeface="JetBrains Mono"/>
                <a:sym typeface="JetBrains Mono"/>
              </a:rPr>
              <a:t>is </a:t>
            </a:r>
            <a:r>
              <a:rPr lang="en" sz="1100" dirty="0">
                <a:solidFill>
                  <a:srgbClr val="37474F"/>
                </a:solidFill>
                <a:latin typeface="JetBrains Mono"/>
                <a:ea typeface="JetBrains Mono"/>
                <a:cs typeface="JetBrains Mono"/>
                <a:sym typeface="JetBrains Mono"/>
              </a:rPr>
              <a:t>OolongSack -&gt; error(</a:t>
            </a:r>
            <a:r>
              <a:rPr lang="en" sz="1100" dirty="0">
                <a:solidFill>
                  <a:srgbClr val="388E3C"/>
                </a:solidFill>
                <a:latin typeface="JetBrains Mono"/>
                <a:ea typeface="JetBrains Mono"/>
                <a:cs typeface="JetBrains Mono"/>
                <a:sym typeface="JetBrains Mono"/>
              </a:rPr>
              <a:t>"We don't serve Chinese tea like </a:t>
            </a:r>
            <a:r>
              <a:rPr lang="en" sz="1100" dirty="0">
                <a:solidFill>
                  <a:schemeClr val="accent4"/>
                </a:solidFill>
                <a:latin typeface="JetBrains Mono"/>
                <a:ea typeface="JetBrains Mono"/>
                <a:cs typeface="JetBrains Mono"/>
                <a:sym typeface="JetBrains Mono"/>
              </a:rPr>
              <a:t>$</a:t>
            </a:r>
            <a:r>
              <a:rPr lang="en" sz="1100" dirty="0">
                <a:solidFill>
                  <a:srgbClr val="37474F"/>
                </a:solidFill>
                <a:latin typeface="JetBrains Mono"/>
                <a:ea typeface="JetBrains Mono"/>
                <a:cs typeface="JetBrains Mono"/>
                <a:sym typeface="JetBrains Mono"/>
              </a:rPr>
              <a:t>teaSack</a:t>
            </a:r>
            <a:r>
              <a:rPr lang="en" sz="1100" dirty="0">
                <a:solidFill>
                  <a:srgbClr val="388E3C"/>
                </a:solidFill>
                <a:latin typeface="JetBrains Mono"/>
                <a:ea typeface="JetBrains Mono"/>
                <a:cs typeface="JetBrains Mono"/>
                <a:sym typeface="JetBrains Mono"/>
              </a:rPr>
              <a:t>!"</a:t>
            </a:r>
            <a:r>
              <a:rPr lang="en" sz="1100" dirty="0">
                <a:solidFill>
                  <a:srgbClr val="37474F"/>
                </a:solidFill>
                <a:latin typeface="JetBrains Mono"/>
                <a:ea typeface="JetBrains Mono"/>
                <a:cs typeface="JetBrains Mono"/>
                <a:sym typeface="JetBrains Mono"/>
              </a:rPr>
              <a:t>)</a:t>
            </a:r>
            <a:endParaRPr sz="1100" dirty="0">
              <a:solidFill>
                <a:srgbClr val="37474F"/>
              </a:solidFill>
              <a:latin typeface="JetBrains Mono"/>
              <a:ea typeface="JetBrains Mono"/>
              <a:cs typeface="JetBrains Mono"/>
              <a:sym typeface="JetBrains Mono"/>
            </a:endParaRPr>
          </a:p>
          <a:p>
            <a:pPr marL="457200" lvl="0" indent="0" algn="l" rtl="0">
              <a:spcBef>
                <a:spcPts val="200"/>
              </a:spcBef>
              <a:spcAft>
                <a:spcPts val="0"/>
              </a:spcAft>
              <a:buClr>
                <a:schemeClr val="dk1"/>
              </a:buClr>
              <a:buSzPts val="1800"/>
              <a:buFont typeface="Arial"/>
              <a:buNone/>
            </a:pPr>
            <a:r>
              <a:rPr lang="en" sz="1100" dirty="0">
                <a:solidFill>
                  <a:srgbClr val="37474F"/>
                </a:solidFill>
                <a:latin typeface="JetBrains Mono"/>
                <a:ea typeface="JetBrains Mono"/>
                <a:cs typeface="JetBrains Mono"/>
                <a:sym typeface="JetBrains Mono"/>
              </a:rPr>
              <a:t>    </a:t>
            </a:r>
            <a:r>
              <a:rPr lang="en" sz="1100" dirty="0">
                <a:solidFill>
                  <a:srgbClr val="3F51B5"/>
                </a:solidFill>
                <a:latin typeface="JetBrains Mono"/>
                <a:ea typeface="JetBrains Mono"/>
                <a:cs typeface="JetBrains Mono"/>
                <a:sym typeface="JetBrains Mono"/>
              </a:rPr>
              <a:t>in </a:t>
            </a:r>
            <a:r>
              <a:rPr lang="en" sz="1100" dirty="0">
                <a:solidFill>
                  <a:srgbClr val="37474F"/>
                </a:solidFill>
                <a:latin typeface="JetBrains Mono"/>
                <a:ea typeface="JetBrains Mono"/>
                <a:cs typeface="JetBrains Mono"/>
                <a:sym typeface="JetBrains Mono"/>
              </a:rPr>
              <a:t>trialTeaSacks, teaSackBoughtLastNight -&gt;</a:t>
            </a:r>
            <a:endParaRPr sz="1100" dirty="0">
              <a:solidFill>
                <a:srgbClr val="37474F"/>
              </a:solidFill>
              <a:latin typeface="JetBrains Mono"/>
              <a:ea typeface="JetBrains Mono"/>
              <a:cs typeface="JetBrains Mono"/>
              <a:sym typeface="JetBrains Mono"/>
            </a:endParaRPr>
          </a:p>
          <a:p>
            <a:pPr marL="914400" lvl="0" indent="457200" algn="l" rtl="0">
              <a:spcBef>
                <a:spcPts val="200"/>
              </a:spcBef>
              <a:spcAft>
                <a:spcPts val="0"/>
              </a:spcAft>
              <a:buClr>
                <a:schemeClr val="dk1"/>
              </a:buClr>
              <a:buSzPts val="1800"/>
              <a:buFont typeface="Arial"/>
              <a:buNone/>
            </a:pPr>
            <a:r>
              <a:rPr lang="en" sz="1100" dirty="0">
                <a:solidFill>
                  <a:srgbClr val="37474F"/>
                </a:solidFill>
                <a:latin typeface="JetBrains Mono"/>
                <a:ea typeface="JetBrains Mono"/>
                <a:cs typeface="JetBrains Mono"/>
                <a:sym typeface="JetBrains Mono"/>
              </a:rPr>
              <a:t>error(</a:t>
            </a:r>
            <a:r>
              <a:rPr lang="en" sz="1100" dirty="0">
                <a:solidFill>
                  <a:srgbClr val="388E3C"/>
                </a:solidFill>
                <a:latin typeface="JetBrains Mono"/>
                <a:ea typeface="JetBrains Mono"/>
                <a:cs typeface="JetBrains Mono"/>
                <a:sym typeface="JetBrains Mono"/>
              </a:rPr>
              <a:t>"Are you insane?! We cannot serve uncertified tea!"</a:t>
            </a:r>
            <a:r>
              <a:rPr lang="en" sz="1100" dirty="0">
                <a:solidFill>
                  <a:srgbClr val="37474F"/>
                </a:solidFill>
                <a:latin typeface="JetBrains Mono"/>
                <a:ea typeface="JetBrains Mono"/>
                <a:cs typeface="JetBrains Mono"/>
                <a:sym typeface="JetBrains Mono"/>
              </a:rPr>
              <a:t>)</a:t>
            </a:r>
            <a:endParaRPr sz="1100" dirty="0">
              <a:solidFill>
                <a:srgbClr val="37474F"/>
              </a:solidFill>
              <a:latin typeface="JetBrains Mono"/>
              <a:ea typeface="JetBrains Mono"/>
              <a:cs typeface="JetBrains Mono"/>
              <a:sym typeface="JetBrains Mono"/>
            </a:endParaRPr>
          </a:p>
          <a:p>
            <a:pPr marL="457200" lvl="0" indent="0" algn="l" rtl="0">
              <a:spcBef>
                <a:spcPts val="200"/>
              </a:spcBef>
              <a:spcAft>
                <a:spcPts val="0"/>
              </a:spcAft>
              <a:buClr>
                <a:schemeClr val="dk1"/>
              </a:buClr>
              <a:buSzPts val="1800"/>
              <a:buFont typeface="Arial"/>
              <a:buNone/>
            </a:pPr>
            <a:r>
              <a:rPr lang="en" sz="1100" dirty="0">
                <a:solidFill>
                  <a:srgbClr val="37474F"/>
                </a:solidFill>
                <a:latin typeface="JetBrains Mono"/>
                <a:ea typeface="JetBrains Mono"/>
                <a:cs typeface="JetBrains Mono"/>
                <a:sym typeface="JetBrains Mono"/>
              </a:rPr>
              <a:t>}</a:t>
            </a:r>
            <a:endParaRPr sz="1100" dirty="0">
              <a:solidFill>
                <a:srgbClr val="37474F"/>
              </a:solidFill>
              <a:latin typeface="JetBrains Mono"/>
              <a:ea typeface="JetBrains Mono"/>
              <a:cs typeface="JetBrains Mono"/>
              <a:sym typeface="JetBrains Mono"/>
            </a:endParaRPr>
          </a:p>
          <a:p>
            <a:pPr marL="457200" lvl="0" indent="0" algn="l" rtl="0">
              <a:spcBef>
                <a:spcPts val="200"/>
              </a:spcBef>
              <a:spcAft>
                <a:spcPts val="0"/>
              </a:spcAft>
              <a:buClr>
                <a:schemeClr val="dk1"/>
              </a:buClr>
              <a:buSzPts val="1800"/>
              <a:buFont typeface="Arial"/>
              <a:buNone/>
            </a:pPr>
            <a:endParaRPr sz="1100" dirty="0">
              <a:solidFill>
                <a:srgbClr val="37474F"/>
              </a:solidFill>
              <a:latin typeface="JetBrains Mono"/>
              <a:ea typeface="JetBrains Mono"/>
              <a:cs typeface="JetBrains Mono"/>
              <a:sym typeface="JetBrains Mono"/>
            </a:endParaRPr>
          </a:p>
          <a:p>
            <a:pPr marL="0" lvl="0" indent="457200" algn="l" rtl="0">
              <a:spcBef>
                <a:spcPts val="200"/>
              </a:spcBef>
              <a:spcAft>
                <a:spcPts val="0"/>
              </a:spcAft>
              <a:buClr>
                <a:schemeClr val="dk1"/>
              </a:buClr>
              <a:buSzPts val="1800"/>
              <a:buFont typeface="Arial"/>
              <a:buNone/>
            </a:pPr>
            <a:r>
              <a:rPr lang="en" sz="1100" dirty="0">
                <a:solidFill>
                  <a:srgbClr val="37474F"/>
                </a:solidFill>
                <a:latin typeface="JetBrains Mono"/>
                <a:ea typeface="JetBrains Mono"/>
                <a:cs typeface="JetBrains Mono"/>
                <a:sym typeface="JetBrains Mono"/>
              </a:rPr>
              <a:t>teaPackage.brew().serveTo(customer)</a:t>
            </a:r>
            <a:endParaRPr sz="1100" dirty="0">
              <a:solidFill>
                <a:srgbClr val="37474F"/>
              </a:solidFill>
              <a:latin typeface="JetBrains Mono"/>
              <a:ea typeface="JetBrains Mono"/>
              <a:cs typeface="JetBrains Mono"/>
              <a:sym typeface="JetBrains Mono"/>
            </a:endParaRPr>
          </a:p>
          <a:p>
            <a:pPr marL="0" lvl="0" indent="0" algn="l" rtl="0">
              <a:spcBef>
                <a:spcPts val="200"/>
              </a:spcBef>
              <a:spcAft>
                <a:spcPts val="0"/>
              </a:spcAft>
              <a:buClr>
                <a:schemeClr val="dk1"/>
              </a:buClr>
              <a:buSzPts val="1800"/>
              <a:buFont typeface="Arial"/>
              <a:buNone/>
            </a:pPr>
            <a:r>
              <a:rPr lang="en" sz="1100" dirty="0">
                <a:solidFill>
                  <a:srgbClr val="37474F"/>
                </a:solidFill>
                <a:latin typeface="JetBrains Mono"/>
                <a:ea typeface="JetBrains Mono"/>
                <a:cs typeface="JetBrains Mono"/>
                <a:sym typeface="JetBrains Mono"/>
              </a:rPr>
              <a:t>}</a:t>
            </a:r>
            <a:endParaRPr sz="1100" dirty="0">
              <a:solidFill>
                <a:srgbClr val="37474F"/>
              </a:solidFill>
              <a:latin typeface="JetBrains Mono"/>
              <a:ea typeface="JetBrains Mono"/>
              <a:cs typeface="JetBrains Mono"/>
              <a:sym typeface="JetBrains Mono"/>
            </a:endParaRPr>
          </a:p>
          <a:p>
            <a:pPr marL="0" lvl="0" indent="0" algn="l" rtl="0">
              <a:spcBef>
                <a:spcPts val="200"/>
              </a:spcBef>
              <a:spcAft>
                <a:spcPts val="0"/>
              </a:spcAft>
              <a:buClr>
                <a:schemeClr val="dk1"/>
              </a:buClr>
              <a:buSzPts val="1800"/>
              <a:buFont typeface="Arial"/>
              <a:buNone/>
            </a:pPr>
            <a:r>
              <a:rPr lang="en" sz="1100" dirty="0">
                <a:solidFill>
                  <a:srgbClr val="37474F"/>
                </a:solidFill>
                <a:latin typeface="JetBrains Mono"/>
                <a:ea typeface="JetBrains Mono"/>
                <a:cs typeface="JetBrains Mono"/>
                <a:sym typeface="JetBrains Mono"/>
              </a:rPr>
              <a:t>    </a:t>
            </a:r>
            <a:endParaRPr sz="1100" dirty="0">
              <a:solidFill>
                <a:srgbClr val="37474F"/>
              </a:solidFill>
              <a:latin typeface="JetBrains Mono"/>
              <a:ea typeface="JetBrains Mono"/>
              <a:cs typeface="JetBrains Mono"/>
              <a:sym typeface="JetBrains Mono"/>
            </a:endParaRPr>
          </a:p>
          <a:p>
            <a:pPr marL="0" lvl="0" indent="0">
              <a:spcBef>
                <a:spcPts val="400"/>
              </a:spcBef>
              <a:buSzPts val="1800"/>
              <a:buNone/>
            </a:pPr>
            <a:r>
              <a:rPr lang="en-US" altLang="zh-CN" dirty="0">
                <a:solidFill>
                  <a:srgbClr val="3F51B5"/>
                </a:solidFill>
                <a:latin typeface="JetBrains Mono"/>
                <a:ea typeface="JetBrains Mono"/>
                <a:cs typeface="JetBrains Mono"/>
                <a:sym typeface="JetBrains Mono"/>
              </a:rPr>
              <a:t>w</a:t>
            </a:r>
            <a:r>
              <a:rPr lang="en" dirty="0">
                <a:solidFill>
                  <a:srgbClr val="3F51B5"/>
                </a:solidFill>
                <a:latin typeface="JetBrains Mono"/>
                <a:ea typeface="JetBrains Mono"/>
                <a:cs typeface="JetBrains Mono"/>
                <a:sym typeface="JetBrains Mono"/>
              </a:rPr>
              <a:t>hen </a:t>
            </a:r>
            <a:r>
              <a:rPr lang="zh-CN" altLang="en-US" dirty="0"/>
              <a:t>可以在一个分支中接受多个选项。如果 </a:t>
            </a:r>
            <a:r>
              <a:rPr lang="en" altLang="zh-CN" dirty="0">
                <a:solidFill>
                  <a:srgbClr val="3F51B5"/>
                </a:solidFill>
                <a:latin typeface="JetBrains Mono"/>
                <a:ea typeface="JetBrains Mono"/>
                <a:cs typeface="JetBrains Mono"/>
                <a:sym typeface="JetBrains Mono"/>
              </a:rPr>
              <a:t>when </a:t>
            </a:r>
            <a:r>
              <a:rPr lang="zh-CN" altLang="en-US" dirty="0"/>
              <a:t>代码块被用作语句，则可以省略 </a:t>
            </a:r>
            <a:r>
              <a:rPr lang="en" dirty="0">
                <a:solidFill>
                  <a:srgbClr val="3F51B5"/>
                </a:solidFill>
                <a:latin typeface="JetBrains Mono"/>
                <a:ea typeface="JetBrains Mono"/>
                <a:cs typeface="JetBrains Mono"/>
                <a:sym typeface="JetBrains Mono"/>
              </a:rPr>
              <a:t>else</a:t>
            </a:r>
            <a:r>
              <a:rPr lang="en" dirty="0"/>
              <a:t> </a:t>
            </a:r>
            <a:r>
              <a:rPr lang="zh-CN" altLang="en-US" dirty="0"/>
              <a:t>分支。</a:t>
            </a:r>
            <a:endParaRPr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22"/>
          <p:cNvSpPr txBox="1">
            <a:spLocks noGrp="1"/>
          </p:cNvSpPr>
          <p:nvPr>
            <p:ph type="title"/>
          </p:nvPr>
        </p:nvSpPr>
        <p:spPr>
          <a:xfrm>
            <a:off x="292608" y="292608"/>
            <a:ext cx="8503800" cy="457200"/>
          </a:xfrm>
          <a:prstGeom prst="rect">
            <a:avLst/>
          </a:prstGeom>
          <a:noFill/>
          <a:ln>
            <a:noFill/>
          </a:ln>
        </p:spPr>
        <p:txBody>
          <a:bodyPr spcFirstLastPara="1" wrap="square" lIns="0" tIns="91425" rIns="0" bIns="91425" anchor="t" anchorCtr="0">
            <a:noAutofit/>
          </a:bodyPr>
          <a:lstStyle/>
          <a:p>
            <a:pPr marL="0" lvl="0" indent="0" algn="l" rtl="0">
              <a:spcBef>
                <a:spcPts val="0"/>
              </a:spcBef>
              <a:spcAft>
                <a:spcPts val="0"/>
              </a:spcAft>
              <a:buSzPts val="2800"/>
              <a:buNone/>
            </a:pPr>
            <a:r>
              <a:rPr lang="en" dirty="0"/>
              <a:t>&amp;&amp; vs and</a:t>
            </a:r>
            <a:endParaRPr dirty="0"/>
          </a:p>
        </p:txBody>
      </p:sp>
      <p:sp>
        <p:nvSpPr>
          <p:cNvPr id="127" name="Google Shape;127;p22"/>
          <p:cNvSpPr txBox="1">
            <a:spLocks noGrp="1"/>
          </p:cNvSpPr>
          <p:nvPr>
            <p:ph type="body" idx="1"/>
          </p:nvPr>
        </p:nvSpPr>
        <p:spPr>
          <a:xfrm>
            <a:off x="292608" y="1335024"/>
            <a:ext cx="8419800" cy="2615400"/>
          </a:xfrm>
          <a:prstGeom prst="rect">
            <a:avLst/>
          </a:prstGeom>
        </p:spPr>
        <p:txBody>
          <a:bodyPr spcFirstLastPara="1" wrap="square" lIns="0" tIns="73150" rIns="0" bIns="0" anchor="t" anchorCtr="0">
            <a:noAutofit/>
          </a:bodyPr>
          <a:lstStyle/>
          <a:p>
            <a:pPr marL="0" lvl="0" indent="0" algn="l" rtl="0">
              <a:spcBef>
                <a:spcPts val="0"/>
              </a:spcBef>
              <a:spcAft>
                <a:spcPts val="0"/>
              </a:spcAft>
              <a:buNone/>
            </a:pPr>
            <a:r>
              <a:rPr lang="en" dirty="0">
                <a:solidFill>
                  <a:srgbClr val="3F51B5"/>
                </a:solidFill>
                <a:latin typeface="JetBrains Mono"/>
                <a:ea typeface="JetBrains Mono"/>
                <a:cs typeface="JetBrains Mono"/>
                <a:sym typeface="JetBrains Mono"/>
              </a:rPr>
              <a:t>if</a:t>
            </a:r>
            <a:r>
              <a:rPr lang="en" dirty="0">
                <a:solidFill>
                  <a:srgbClr val="37474F"/>
                </a:solidFill>
                <a:latin typeface="JetBrains Mono"/>
                <a:ea typeface="JetBrains Mono"/>
                <a:cs typeface="JetBrains Mono"/>
                <a:sym typeface="JetBrains Mono"/>
              </a:rPr>
              <a:t> (a &amp;&amp; b) { ... }     VS     </a:t>
            </a:r>
            <a:r>
              <a:rPr lang="en" dirty="0">
                <a:solidFill>
                  <a:srgbClr val="3F51B5"/>
                </a:solidFill>
                <a:latin typeface="JetBrains Mono"/>
                <a:ea typeface="JetBrains Mono"/>
                <a:cs typeface="JetBrains Mono"/>
                <a:sym typeface="JetBrains Mono"/>
              </a:rPr>
              <a:t>if</a:t>
            </a:r>
            <a:r>
              <a:rPr lang="en" dirty="0">
                <a:solidFill>
                  <a:srgbClr val="37474F"/>
                </a:solidFill>
                <a:latin typeface="JetBrains Mono"/>
                <a:ea typeface="JetBrains Mono"/>
                <a:cs typeface="JetBrains Mono"/>
                <a:sym typeface="JetBrains Mono"/>
              </a:rPr>
              <a:t> (a and b) { ... }     </a:t>
            </a:r>
            <a:endParaRPr dirty="0"/>
          </a:p>
          <a:p>
            <a:pPr marL="0" lvl="0" indent="0">
              <a:spcBef>
                <a:spcPts val="600"/>
              </a:spcBef>
              <a:buSzPts val="1800"/>
              <a:buNone/>
            </a:pPr>
            <a:r>
              <a:rPr lang="zh-CN" altLang="en-US" dirty="0"/>
              <a:t>与 </a:t>
            </a:r>
            <a:r>
              <a:rPr lang="en" altLang="zh-CN" dirty="0">
                <a:solidFill>
                  <a:srgbClr val="3F51B5"/>
                </a:solidFill>
                <a:latin typeface="JetBrains Mono"/>
                <a:ea typeface="JetBrains Mono"/>
                <a:cs typeface="JetBrains Mono"/>
                <a:sym typeface="JetBrains Mono"/>
              </a:rPr>
              <a:t>&amp;&amp;</a:t>
            </a:r>
            <a:r>
              <a:rPr lang="en-US" altLang="zh-CN" dirty="0"/>
              <a:t> </a:t>
            </a:r>
            <a:r>
              <a:rPr lang="zh-CN" altLang="en-US" dirty="0"/>
              <a:t>运算符不同，</a:t>
            </a:r>
            <a:r>
              <a:rPr lang="en-US" altLang="zh-CN" dirty="0">
                <a:solidFill>
                  <a:srgbClr val="3F51B5"/>
                </a:solidFill>
                <a:latin typeface="JetBrains Mono"/>
                <a:cs typeface="JetBrains Mono"/>
              </a:rPr>
              <a:t>and</a:t>
            </a:r>
            <a:r>
              <a:rPr lang="en-US" altLang="zh-CN" dirty="0"/>
              <a:t> </a:t>
            </a:r>
            <a:r>
              <a:rPr lang="zh-CN" altLang="en-US" dirty="0"/>
              <a:t>函数不会进行短路求值。</a:t>
            </a:r>
            <a:endParaRPr dirty="0"/>
          </a:p>
          <a:p>
            <a:pPr marL="0" lvl="0" indent="0" algn="l" rtl="0">
              <a:spcBef>
                <a:spcPts val="600"/>
              </a:spcBef>
              <a:spcAft>
                <a:spcPts val="0"/>
              </a:spcAft>
              <a:buClr>
                <a:schemeClr val="dk1"/>
              </a:buClr>
              <a:buSzPts val="1800"/>
              <a:buFont typeface="Arial"/>
              <a:buNone/>
            </a:pPr>
            <a:endParaRPr dirty="0"/>
          </a:p>
          <a:p>
            <a:pPr marL="0" lvl="0" indent="0" algn="l" rtl="0">
              <a:spcBef>
                <a:spcPts val="600"/>
              </a:spcBef>
              <a:spcAft>
                <a:spcPts val="0"/>
              </a:spcAft>
              <a:buClr>
                <a:schemeClr val="dk1"/>
              </a:buClr>
              <a:buSzPts val="1800"/>
              <a:buFont typeface="Arial"/>
              <a:buNone/>
            </a:pPr>
            <a:r>
              <a:rPr lang="en-US" altLang="zh-CN" dirty="0">
                <a:solidFill>
                  <a:srgbClr val="3F51B5"/>
                </a:solidFill>
                <a:latin typeface="JetBrains Mono"/>
                <a:cs typeface="JetBrains Mono"/>
              </a:rPr>
              <a:t>or</a:t>
            </a:r>
            <a:r>
              <a:rPr lang="en-US" altLang="zh-CN" dirty="0"/>
              <a:t> </a:t>
            </a:r>
            <a:r>
              <a:rPr lang="zh-CN" altLang="en-US" dirty="0"/>
              <a:t>同理：</a:t>
            </a:r>
            <a:endParaRPr dirty="0"/>
          </a:p>
          <a:p>
            <a:pPr marL="0" lvl="0" indent="0" algn="l" rtl="0">
              <a:spcBef>
                <a:spcPts val="600"/>
              </a:spcBef>
              <a:spcAft>
                <a:spcPts val="0"/>
              </a:spcAft>
              <a:buClr>
                <a:schemeClr val="dk1"/>
              </a:buClr>
              <a:buSzPts val="1100"/>
              <a:buFont typeface="Arial"/>
              <a:buNone/>
            </a:pPr>
            <a:r>
              <a:rPr lang="en" dirty="0">
                <a:solidFill>
                  <a:srgbClr val="3F51B5"/>
                </a:solidFill>
                <a:latin typeface="JetBrains Mono"/>
                <a:ea typeface="JetBrains Mono"/>
                <a:cs typeface="JetBrains Mono"/>
                <a:sym typeface="JetBrains Mono"/>
              </a:rPr>
              <a:t>if</a:t>
            </a:r>
            <a:r>
              <a:rPr lang="en" dirty="0">
                <a:solidFill>
                  <a:srgbClr val="37474F"/>
                </a:solidFill>
                <a:latin typeface="JetBrains Mono"/>
                <a:ea typeface="JetBrains Mono"/>
                <a:cs typeface="JetBrains Mono"/>
                <a:sym typeface="JetBrains Mono"/>
              </a:rPr>
              <a:t> (a || b) { ... }     VS     </a:t>
            </a:r>
            <a:r>
              <a:rPr lang="en" dirty="0">
                <a:solidFill>
                  <a:srgbClr val="3F51B5"/>
                </a:solidFill>
                <a:latin typeface="JetBrains Mono"/>
                <a:ea typeface="JetBrains Mono"/>
                <a:cs typeface="JetBrains Mono"/>
                <a:sym typeface="JetBrains Mono"/>
              </a:rPr>
              <a:t>if</a:t>
            </a:r>
            <a:r>
              <a:rPr lang="en" dirty="0">
                <a:solidFill>
                  <a:srgbClr val="37474F"/>
                </a:solidFill>
                <a:latin typeface="JetBrains Mono"/>
                <a:ea typeface="JetBrains Mono"/>
                <a:cs typeface="JetBrains Mono"/>
                <a:sym typeface="JetBrains Mono"/>
              </a:rPr>
              <a:t> (a or b) { ... } </a:t>
            </a:r>
            <a:endParaRPr dirty="0"/>
          </a:p>
          <a:p>
            <a:pPr marL="0" lvl="0" indent="0" algn="l" rtl="0">
              <a:spcBef>
                <a:spcPts val="600"/>
              </a:spcBef>
              <a:spcAft>
                <a:spcPts val="600"/>
              </a:spcAft>
              <a:buNone/>
            </a:pPr>
            <a:endParaRPr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23"/>
          <p:cNvSpPr txBox="1">
            <a:spLocks noGrp="1"/>
          </p:cNvSpPr>
          <p:nvPr>
            <p:ph type="title"/>
          </p:nvPr>
        </p:nvSpPr>
        <p:spPr>
          <a:xfrm>
            <a:off x="292608" y="292608"/>
            <a:ext cx="8503800" cy="457200"/>
          </a:xfrm>
          <a:prstGeom prst="rect">
            <a:avLst/>
          </a:prstGeom>
          <a:noFill/>
          <a:ln>
            <a:noFill/>
          </a:ln>
        </p:spPr>
        <p:txBody>
          <a:bodyPr spcFirstLastPara="1" wrap="square" lIns="0" tIns="91425" rIns="0" bIns="91425" anchor="t" anchorCtr="0">
            <a:noAutofit/>
          </a:bodyPr>
          <a:lstStyle/>
          <a:p>
            <a:pPr marL="0" lvl="0" indent="0" algn="l" rtl="0">
              <a:spcBef>
                <a:spcPts val="0"/>
              </a:spcBef>
              <a:spcAft>
                <a:spcPts val="0"/>
              </a:spcAft>
              <a:buSzPts val="2800"/>
              <a:buNone/>
            </a:pPr>
            <a:r>
              <a:rPr lang="zh-CN" altLang="en-US" dirty="0"/>
              <a:t>循环</a:t>
            </a:r>
            <a:endParaRPr dirty="0"/>
          </a:p>
        </p:txBody>
      </p:sp>
      <p:sp>
        <p:nvSpPr>
          <p:cNvPr id="133" name="Google Shape;133;p23"/>
          <p:cNvSpPr txBox="1">
            <a:spLocks noGrp="1"/>
          </p:cNvSpPr>
          <p:nvPr>
            <p:ph type="body" idx="1"/>
          </p:nvPr>
        </p:nvSpPr>
        <p:spPr>
          <a:xfrm>
            <a:off x="292608" y="1335024"/>
            <a:ext cx="8419800" cy="2615400"/>
          </a:xfrm>
          <a:prstGeom prst="rect">
            <a:avLst/>
          </a:prstGeom>
        </p:spPr>
        <p:txBody>
          <a:bodyPr spcFirstLastPara="1" wrap="square" lIns="0" tIns="73150" rIns="0" bIns="0" anchor="t" anchorCtr="0">
            <a:noAutofit/>
          </a:bodyPr>
          <a:lstStyle/>
          <a:p>
            <a:pPr marL="0" lvl="0" indent="0" algn="l" rtl="0">
              <a:spcBef>
                <a:spcPts val="0"/>
              </a:spcBef>
              <a:spcAft>
                <a:spcPts val="0"/>
              </a:spcAft>
              <a:buClr>
                <a:schemeClr val="dk1"/>
              </a:buClr>
              <a:buSzPts val="1800"/>
              <a:buFont typeface="Arial"/>
              <a:buNone/>
            </a:pPr>
            <a:r>
              <a:rPr lang="en" sz="1100">
                <a:solidFill>
                  <a:srgbClr val="3F51B5"/>
                </a:solidFill>
                <a:latin typeface="JetBrains Mono"/>
                <a:ea typeface="JetBrains Mono"/>
                <a:cs typeface="JetBrains Mono"/>
                <a:sym typeface="JetBrains Mono"/>
              </a:rPr>
              <a:t>val </a:t>
            </a:r>
            <a:r>
              <a:rPr lang="en" sz="1100">
                <a:solidFill>
                  <a:srgbClr val="37474F"/>
                </a:solidFill>
                <a:latin typeface="JetBrains Mono"/>
                <a:ea typeface="JetBrains Mono"/>
                <a:cs typeface="JetBrains Mono"/>
                <a:sym typeface="JetBrains Mono"/>
              </a:rPr>
              <a:t>items = listOf(</a:t>
            </a:r>
            <a:r>
              <a:rPr lang="en" sz="1100">
                <a:solidFill>
                  <a:srgbClr val="388E3C"/>
                </a:solidFill>
                <a:latin typeface="JetBrains Mono"/>
                <a:ea typeface="JetBrains Mono"/>
                <a:cs typeface="JetBrains Mono"/>
                <a:sym typeface="JetBrains Mono"/>
              </a:rPr>
              <a:t>"apple"</a:t>
            </a:r>
            <a:r>
              <a:rPr lang="en" sz="1100">
                <a:solidFill>
                  <a:srgbClr val="37474F"/>
                </a:solidFill>
                <a:latin typeface="JetBrains Mono"/>
                <a:ea typeface="JetBrains Mono"/>
                <a:cs typeface="JetBrains Mono"/>
                <a:sym typeface="JetBrains Mono"/>
              </a:rPr>
              <a:t>, </a:t>
            </a:r>
            <a:r>
              <a:rPr lang="en" sz="1100">
                <a:solidFill>
                  <a:srgbClr val="388E3C"/>
                </a:solidFill>
                <a:latin typeface="JetBrains Mono"/>
                <a:ea typeface="JetBrains Mono"/>
                <a:cs typeface="JetBrains Mono"/>
                <a:sym typeface="JetBrains Mono"/>
              </a:rPr>
              <a:t>"banana"</a:t>
            </a:r>
            <a:r>
              <a:rPr lang="en" sz="1100">
                <a:solidFill>
                  <a:srgbClr val="37474F"/>
                </a:solidFill>
                <a:latin typeface="JetBrains Mono"/>
                <a:ea typeface="JetBrains Mono"/>
                <a:cs typeface="JetBrains Mono"/>
                <a:sym typeface="JetBrains Mono"/>
              </a:rPr>
              <a:t>, </a:t>
            </a:r>
            <a:r>
              <a:rPr lang="en" sz="1100">
                <a:solidFill>
                  <a:srgbClr val="388E3C"/>
                </a:solidFill>
                <a:latin typeface="JetBrains Mono"/>
                <a:ea typeface="JetBrains Mono"/>
                <a:cs typeface="JetBrains Mono"/>
                <a:sym typeface="JetBrains Mono"/>
              </a:rPr>
              <a:t>"kiwifruit"</a:t>
            </a:r>
            <a:r>
              <a:rPr lang="en" sz="1100">
                <a:solidFill>
                  <a:srgbClr val="37474F"/>
                </a:solidFill>
                <a:latin typeface="JetBrains Mono"/>
                <a:ea typeface="JetBrains Mono"/>
                <a:cs typeface="JetBrains Mono"/>
                <a:sym typeface="JetBrains Mono"/>
              </a:rPr>
              <a:t>)</a:t>
            </a:r>
            <a:endParaRPr sz="1100">
              <a:solidFill>
                <a:srgbClr val="37474F"/>
              </a:solidFill>
              <a:latin typeface="JetBrains Mono"/>
              <a:ea typeface="JetBrains Mono"/>
              <a:cs typeface="JetBrains Mono"/>
              <a:sym typeface="JetBrains Mono"/>
            </a:endParaRPr>
          </a:p>
          <a:p>
            <a:pPr marL="0" lvl="0" indent="0" algn="l" rtl="0">
              <a:spcBef>
                <a:spcPts val="400"/>
              </a:spcBef>
              <a:spcAft>
                <a:spcPts val="0"/>
              </a:spcAft>
              <a:buClr>
                <a:schemeClr val="dk1"/>
              </a:buClr>
              <a:buSzPts val="1800"/>
              <a:buFont typeface="Arial"/>
              <a:buNone/>
            </a:pPr>
            <a:endParaRPr sz="1100">
              <a:solidFill>
                <a:srgbClr val="37474F"/>
              </a:solidFill>
              <a:latin typeface="JetBrains Mono"/>
              <a:ea typeface="JetBrains Mono"/>
              <a:cs typeface="JetBrains Mono"/>
              <a:sym typeface="JetBrains Mono"/>
            </a:endParaRPr>
          </a:p>
          <a:p>
            <a:pPr marL="0" lvl="0" indent="0" algn="l" rtl="0">
              <a:spcBef>
                <a:spcPts val="400"/>
              </a:spcBef>
              <a:spcAft>
                <a:spcPts val="0"/>
              </a:spcAft>
              <a:buClr>
                <a:schemeClr val="dk1"/>
              </a:buClr>
              <a:buSzPts val="1100"/>
              <a:buFont typeface="Arial"/>
              <a:buNone/>
            </a:pPr>
            <a:r>
              <a:rPr lang="en" sz="1100">
                <a:solidFill>
                  <a:srgbClr val="3F51B5"/>
                </a:solidFill>
                <a:latin typeface="JetBrains Mono"/>
                <a:ea typeface="JetBrains Mono"/>
                <a:cs typeface="JetBrains Mono"/>
                <a:sym typeface="JetBrains Mono"/>
              </a:rPr>
              <a:t>for</a:t>
            </a:r>
            <a:r>
              <a:rPr lang="en" sz="1100">
                <a:solidFill>
                  <a:srgbClr val="37474F"/>
                </a:solidFill>
                <a:latin typeface="JetBrains Mono"/>
                <a:ea typeface="JetBrains Mono"/>
                <a:cs typeface="JetBrains Mono"/>
                <a:sym typeface="JetBrains Mono"/>
              </a:rPr>
              <a:t> (item </a:t>
            </a:r>
            <a:r>
              <a:rPr lang="en" sz="1100">
                <a:solidFill>
                  <a:srgbClr val="3F51B5"/>
                </a:solidFill>
                <a:latin typeface="JetBrains Mono"/>
                <a:ea typeface="JetBrains Mono"/>
                <a:cs typeface="JetBrains Mono"/>
                <a:sym typeface="JetBrains Mono"/>
              </a:rPr>
              <a:t>in</a:t>
            </a:r>
            <a:r>
              <a:rPr lang="en" sz="1100">
                <a:solidFill>
                  <a:srgbClr val="37474F"/>
                </a:solidFill>
                <a:latin typeface="JetBrains Mono"/>
                <a:ea typeface="JetBrains Mono"/>
                <a:cs typeface="JetBrains Mono"/>
                <a:sym typeface="JetBrains Mono"/>
              </a:rPr>
              <a:t> items) {</a:t>
            </a:r>
            <a:endParaRPr sz="1100">
              <a:solidFill>
                <a:srgbClr val="37474F"/>
              </a:solidFill>
              <a:latin typeface="JetBrains Mono"/>
              <a:ea typeface="JetBrains Mono"/>
              <a:cs typeface="JetBrains Mono"/>
              <a:sym typeface="JetBrains Mono"/>
            </a:endParaRPr>
          </a:p>
          <a:p>
            <a:pPr marL="0" lvl="0" indent="0" algn="l" rtl="0">
              <a:spcBef>
                <a:spcPts val="400"/>
              </a:spcBef>
              <a:spcAft>
                <a:spcPts val="0"/>
              </a:spcAft>
              <a:buClr>
                <a:schemeClr val="dk1"/>
              </a:buClr>
              <a:buSzPts val="1100"/>
              <a:buFont typeface="Arial"/>
              <a:buNone/>
            </a:pPr>
            <a:r>
              <a:rPr lang="en" sz="1100">
                <a:solidFill>
                  <a:srgbClr val="37474F"/>
                </a:solidFill>
                <a:latin typeface="JetBrains Mono"/>
                <a:ea typeface="JetBrains Mono"/>
                <a:cs typeface="JetBrains Mono"/>
                <a:sym typeface="JetBrains Mono"/>
              </a:rPr>
              <a:t>    println(item)</a:t>
            </a:r>
            <a:endParaRPr sz="1100">
              <a:solidFill>
                <a:srgbClr val="37474F"/>
              </a:solidFill>
              <a:latin typeface="JetBrains Mono"/>
              <a:ea typeface="JetBrains Mono"/>
              <a:cs typeface="JetBrains Mono"/>
              <a:sym typeface="JetBrains Mono"/>
            </a:endParaRPr>
          </a:p>
          <a:p>
            <a:pPr marL="0" lvl="0" indent="0" algn="l" rtl="0">
              <a:spcBef>
                <a:spcPts val="400"/>
              </a:spcBef>
              <a:spcAft>
                <a:spcPts val="0"/>
              </a:spcAft>
              <a:buClr>
                <a:schemeClr val="dk1"/>
              </a:buClr>
              <a:buSzPts val="1100"/>
              <a:buFont typeface="Arial"/>
              <a:buNone/>
            </a:pPr>
            <a:r>
              <a:rPr lang="en" sz="1100">
                <a:solidFill>
                  <a:srgbClr val="37474F"/>
                </a:solidFill>
                <a:latin typeface="JetBrains Mono"/>
                <a:ea typeface="JetBrains Mono"/>
                <a:cs typeface="JetBrains Mono"/>
                <a:sym typeface="JetBrains Mono"/>
              </a:rPr>
              <a:t>}</a:t>
            </a:r>
            <a:endParaRPr sz="1100">
              <a:solidFill>
                <a:srgbClr val="37474F"/>
              </a:solidFill>
              <a:latin typeface="JetBrains Mono"/>
              <a:ea typeface="JetBrains Mono"/>
              <a:cs typeface="JetBrains Mono"/>
              <a:sym typeface="JetBrains Mono"/>
            </a:endParaRPr>
          </a:p>
          <a:p>
            <a:pPr marL="0" lvl="0" indent="0" algn="l" rtl="0">
              <a:spcBef>
                <a:spcPts val="400"/>
              </a:spcBef>
              <a:spcAft>
                <a:spcPts val="0"/>
              </a:spcAft>
              <a:buClr>
                <a:schemeClr val="dk1"/>
              </a:buClr>
              <a:buSzPts val="1800"/>
              <a:buFont typeface="Arial"/>
              <a:buNone/>
            </a:pPr>
            <a:endParaRPr sz="1100">
              <a:solidFill>
                <a:srgbClr val="37474F"/>
              </a:solidFill>
              <a:latin typeface="JetBrains Mono"/>
              <a:ea typeface="JetBrains Mono"/>
              <a:cs typeface="JetBrains Mono"/>
              <a:sym typeface="JetBrains Mono"/>
            </a:endParaRPr>
          </a:p>
          <a:p>
            <a:pPr marL="0" lvl="0" indent="0" algn="l" rtl="0">
              <a:spcBef>
                <a:spcPts val="400"/>
              </a:spcBef>
              <a:spcAft>
                <a:spcPts val="0"/>
              </a:spcAft>
              <a:buClr>
                <a:schemeClr val="dk1"/>
              </a:buClr>
              <a:buSzPts val="1100"/>
              <a:buFont typeface="Arial"/>
              <a:buNone/>
            </a:pPr>
            <a:r>
              <a:rPr lang="en" sz="1100">
                <a:solidFill>
                  <a:srgbClr val="3F51B5"/>
                </a:solidFill>
                <a:latin typeface="JetBrains Mono"/>
                <a:ea typeface="JetBrains Mono"/>
                <a:cs typeface="JetBrains Mono"/>
                <a:sym typeface="JetBrains Mono"/>
              </a:rPr>
              <a:t>for</a:t>
            </a:r>
            <a:r>
              <a:rPr lang="en" sz="1100">
                <a:solidFill>
                  <a:srgbClr val="37474F"/>
                </a:solidFill>
                <a:latin typeface="JetBrains Mono"/>
                <a:ea typeface="JetBrains Mono"/>
                <a:cs typeface="JetBrains Mono"/>
                <a:sym typeface="JetBrains Mono"/>
              </a:rPr>
              <a:t> (index </a:t>
            </a:r>
            <a:r>
              <a:rPr lang="en" sz="1100">
                <a:solidFill>
                  <a:srgbClr val="3F51B5"/>
                </a:solidFill>
                <a:latin typeface="JetBrains Mono"/>
                <a:ea typeface="JetBrains Mono"/>
                <a:cs typeface="JetBrains Mono"/>
                <a:sym typeface="JetBrains Mono"/>
              </a:rPr>
              <a:t>in</a:t>
            </a:r>
            <a:r>
              <a:rPr lang="en" sz="1100">
                <a:solidFill>
                  <a:srgbClr val="37474F"/>
                </a:solidFill>
                <a:latin typeface="JetBrains Mono"/>
                <a:ea typeface="JetBrains Mono"/>
                <a:cs typeface="JetBrains Mono"/>
                <a:sym typeface="JetBrains Mono"/>
              </a:rPr>
              <a:t> items.indices) {</a:t>
            </a:r>
            <a:endParaRPr sz="1100">
              <a:solidFill>
                <a:srgbClr val="37474F"/>
              </a:solidFill>
              <a:latin typeface="JetBrains Mono"/>
              <a:ea typeface="JetBrains Mono"/>
              <a:cs typeface="JetBrains Mono"/>
              <a:sym typeface="JetBrains Mono"/>
            </a:endParaRPr>
          </a:p>
          <a:p>
            <a:pPr marL="0" lvl="0" indent="0" algn="l" rtl="0">
              <a:spcBef>
                <a:spcPts val="400"/>
              </a:spcBef>
              <a:spcAft>
                <a:spcPts val="0"/>
              </a:spcAft>
              <a:buClr>
                <a:schemeClr val="dk1"/>
              </a:buClr>
              <a:buSzPts val="1100"/>
              <a:buFont typeface="Arial"/>
              <a:buNone/>
            </a:pPr>
            <a:r>
              <a:rPr lang="en" sz="1100">
                <a:solidFill>
                  <a:srgbClr val="37474F"/>
                </a:solidFill>
                <a:latin typeface="JetBrains Mono"/>
                <a:ea typeface="JetBrains Mono"/>
                <a:cs typeface="JetBrains Mono"/>
                <a:sym typeface="JetBrains Mono"/>
              </a:rPr>
              <a:t>    println(</a:t>
            </a:r>
            <a:r>
              <a:rPr lang="en" sz="1100">
                <a:solidFill>
                  <a:srgbClr val="388E3C"/>
                </a:solidFill>
                <a:latin typeface="JetBrains Mono"/>
                <a:ea typeface="JetBrains Mono"/>
                <a:cs typeface="JetBrains Mono"/>
                <a:sym typeface="JetBrains Mono"/>
              </a:rPr>
              <a:t>"item at </a:t>
            </a:r>
            <a:r>
              <a:rPr lang="en" sz="1100">
                <a:solidFill>
                  <a:schemeClr val="accent4"/>
                </a:solidFill>
                <a:latin typeface="JetBrains Mono"/>
                <a:ea typeface="JetBrains Mono"/>
                <a:cs typeface="JetBrains Mono"/>
                <a:sym typeface="JetBrains Mono"/>
              </a:rPr>
              <a:t>$</a:t>
            </a:r>
            <a:r>
              <a:rPr lang="en" sz="1100">
                <a:solidFill>
                  <a:srgbClr val="37474F"/>
                </a:solidFill>
                <a:latin typeface="JetBrains Mono"/>
                <a:ea typeface="JetBrains Mono"/>
                <a:cs typeface="JetBrains Mono"/>
                <a:sym typeface="JetBrains Mono"/>
              </a:rPr>
              <a:t>index</a:t>
            </a:r>
            <a:r>
              <a:rPr lang="en" sz="1100">
                <a:solidFill>
                  <a:srgbClr val="388E3C"/>
                </a:solidFill>
                <a:latin typeface="JetBrains Mono"/>
                <a:ea typeface="JetBrains Mono"/>
                <a:cs typeface="JetBrains Mono"/>
                <a:sym typeface="JetBrains Mono"/>
              </a:rPr>
              <a:t> is </a:t>
            </a:r>
            <a:r>
              <a:rPr lang="en" sz="1100">
                <a:solidFill>
                  <a:schemeClr val="accent4"/>
                </a:solidFill>
                <a:latin typeface="JetBrains Mono"/>
                <a:ea typeface="JetBrains Mono"/>
                <a:cs typeface="JetBrains Mono"/>
                <a:sym typeface="JetBrains Mono"/>
              </a:rPr>
              <a:t>$</a:t>
            </a:r>
            <a:r>
              <a:rPr lang="en" sz="1100">
                <a:solidFill>
                  <a:srgbClr val="37474F"/>
                </a:solidFill>
                <a:latin typeface="JetBrains Mono"/>
                <a:ea typeface="JetBrains Mono"/>
                <a:cs typeface="JetBrains Mono"/>
                <a:sym typeface="JetBrains Mono"/>
              </a:rPr>
              <a:t>{items[index]}</a:t>
            </a:r>
            <a:r>
              <a:rPr lang="en" sz="1100">
                <a:solidFill>
                  <a:srgbClr val="388E3C"/>
                </a:solidFill>
                <a:latin typeface="JetBrains Mono"/>
                <a:ea typeface="JetBrains Mono"/>
                <a:cs typeface="JetBrains Mono"/>
                <a:sym typeface="JetBrains Mono"/>
              </a:rPr>
              <a:t>"</a:t>
            </a:r>
            <a:r>
              <a:rPr lang="en" sz="1100">
                <a:solidFill>
                  <a:srgbClr val="37474F"/>
                </a:solidFill>
                <a:latin typeface="JetBrains Mono"/>
                <a:ea typeface="JetBrains Mono"/>
                <a:cs typeface="JetBrains Mono"/>
                <a:sym typeface="JetBrains Mono"/>
              </a:rPr>
              <a:t>)</a:t>
            </a:r>
            <a:endParaRPr sz="1100">
              <a:solidFill>
                <a:srgbClr val="37474F"/>
              </a:solidFill>
              <a:latin typeface="JetBrains Mono"/>
              <a:ea typeface="JetBrains Mono"/>
              <a:cs typeface="JetBrains Mono"/>
              <a:sym typeface="JetBrains Mono"/>
            </a:endParaRPr>
          </a:p>
          <a:p>
            <a:pPr marL="0" lvl="0" indent="0" algn="l" rtl="0">
              <a:spcBef>
                <a:spcPts val="400"/>
              </a:spcBef>
              <a:spcAft>
                <a:spcPts val="0"/>
              </a:spcAft>
              <a:buClr>
                <a:schemeClr val="dk1"/>
              </a:buClr>
              <a:buSzPts val="1100"/>
              <a:buFont typeface="Arial"/>
              <a:buNone/>
            </a:pPr>
            <a:r>
              <a:rPr lang="en" sz="1100">
                <a:solidFill>
                  <a:srgbClr val="37474F"/>
                </a:solidFill>
                <a:latin typeface="JetBrains Mono"/>
                <a:ea typeface="JetBrains Mono"/>
                <a:cs typeface="JetBrains Mono"/>
                <a:sym typeface="JetBrains Mono"/>
              </a:rPr>
              <a:t>}</a:t>
            </a:r>
            <a:endParaRPr sz="1100">
              <a:solidFill>
                <a:srgbClr val="37474F"/>
              </a:solidFill>
              <a:latin typeface="JetBrains Mono"/>
              <a:ea typeface="JetBrains Mono"/>
              <a:cs typeface="JetBrains Mono"/>
              <a:sym typeface="JetBrains Mono"/>
            </a:endParaRPr>
          </a:p>
          <a:p>
            <a:pPr marL="0" lvl="0" indent="0" algn="l" rtl="0">
              <a:spcBef>
                <a:spcPts val="400"/>
              </a:spcBef>
              <a:spcAft>
                <a:spcPts val="0"/>
              </a:spcAft>
              <a:buClr>
                <a:schemeClr val="dk1"/>
              </a:buClr>
              <a:buSzPts val="1800"/>
              <a:buFont typeface="Arial"/>
              <a:buNone/>
            </a:pPr>
            <a:endParaRPr sz="1100">
              <a:solidFill>
                <a:srgbClr val="37474F"/>
              </a:solidFill>
              <a:latin typeface="JetBrains Mono"/>
              <a:ea typeface="JetBrains Mono"/>
              <a:cs typeface="JetBrains Mono"/>
              <a:sym typeface="JetBrains Mono"/>
            </a:endParaRPr>
          </a:p>
          <a:p>
            <a:pPr marL="0" lvl="0" indent="0" algn="l" rtl="0">
              <a:spcBef>
                <a:spcPts val="400"/>
              </a:spcBef>
              <a:spcAft>
                <a:spcPts val="0"/>
              </a:spcAft>
              <a:buClr>
                <a:schemeClr val="dk1"/>
              </a:buClr>
              <a:buSzPts val="1100"/>
              <a:buFont typeface="Arial"/>
              <a:buNone/>
            </a:pPr>
            <a:r>
              <a:rPr lang="en" sz="1100">
                <a:solidFill>
                  <a:srgbClr val="3F51B5"/>
                </a:solidFill>
                <a:latin typeface="JetBrains Mono"/>
                <a:ea typeface="JetBrains Mono"/>
                <a:cs typeface="JetBrains Mono"/>
                <a:sym typeface="JetBrains Mono"/>
              </a:rPr>
              <a:t>for</a:t>
            </a:r>
            <a:r>
              <a:rPr lang="en" sz="1100">
                <a:solidFill>
                  <a:srgbClr val="37474F"/>
                </a:solidFill>
                <a:latin typeface="JetBrains Mono"/>
                <a:ea typeface="JetBrains Mono"/>
                <a:cs typeface="JetBrains Mono"/>
                <a:sym typeface="JetBrains Mono"/>
              </a:rPr>
              <a:t> ((index, item) </a:t>
            </a:r>
            <a:r>
              <a:rPr lang="en" sz="1100">
                <a:solidFill>
                  <a:srgbClr val="3F51B5"/>
                </a:solidFill>
                <a:latin typeface="JetBrains Mono"/>
                <a:ea typeface="JetBrains Mono"/>
                <a:cs typeface="JetBrains Mono"/>
                <a:sym typeface="JetBrains Mono"/>
              </a:rPr>
              <a:t>in</a:t>
            </a:r>
            <a:r>
              <a:rPr lang="en" sz="1100">
                <a:solidFill>
                  <a:srgbClr val="37474F"/>
                </a:solidFill>
                <a:latin typeface="JetBrains Mono"/>
                <a:ea typeface="JetBrains Mono"/>
                <a:cs typeface="JetBrains Mono"/>
                <a:sym typeface="JetBrains Mono"/>
              </a:rPr>
              <a:t> items.withIndex()) {</a:t>
            </a:r>
            <a:endParaRPr sz="1100">
              <a:solidFill>
                <a:srgbClr val="37474F"/>
              </a:solidFill>
              <a:latin typeface="JetBrains Mono"/>
              <a:ea typeface="JetBrains Mono"/>
              <a:cs typeface="JetBrains Mono"/>
              <a:sym typeface="JetBrains Mono"/>
            </a:endParaRPr>
          </a:p>
          <a:p>
            <a:pPr marL="0" lvl="0" indent="0" algn="l" rtl="0">
              <a:spcBef>
                <a:spcPts val="400"/>
              </a:spcBef>
              <a:spcAft>
                <a:spcPts val="0"/>
              </a:spcAft>
              <a:buClr>
                <a:schemeClr val="dk1"/>
              </a:buClr>
              <a:buSzPts val="1100"/>
              <a:buFont typeface="Arial"/>
              <a:buNone/>
            </a:pPr>
            <a:r>
              <a:rPr lang="en" sz="1100">
                <a:solidFill>
                  <a:srgbClr val="37474F"/>
                </a:solidFill>
                <a:latin typeface="JetBrains Mono"/>
                <a:ea typeface="JetBrains Mono"/>
                <a:cs typeface="JetBrains Mono"/>
                <a:sym typeface="JetBrains Mono"/>
              </a:rPr>
              <a:t>    println(</a:t>
            </a:r>
            <a:r>
              <a:rPr lang="en" sz="1100">
                <a:solidFill>
                  <a:srgbClr val="388E3C"/>
                </a:solidFill>
                <a:latin typeface="JetBrains Mono"/>
                <a:ea typeface="JetBrains Mono"/>
                <a:cs typeface="JetBrains Mono"/>
                <a:sym typeface="JetBrains Mono"/>
              </a:rPr>
              <a:t>"item at </a:t>
            </a:r>
            <a:r>
              <a:rPr lang="en" sz="1100">
                <a:solidFill>
                  <a:schemeClr val="accent4"/>
                </a:solidFill>
                <a:latin typeface="JetBrains Mono"/>
                <a:ea typeface="JetBrains Mono"/>
                <a:cs typeface="JetBrains Mono"/>
                <a:sym typeface="JetBrains Mono"/>
              </a:rPr>
              <a:t>$</a:t>
            </a:r>
            <a:r>
              <a:rPr lang="en" sz="1100">
                <a:solidFill>
                  <a:srgbClr val="37474F"/>
                </a:solidFill>
                <a:latin typeface="JetBrains Mono"/>
                <a:ea typeface="JetBrains Mono"/>
                <a:cs typeface="JetBrains Mono"/>
                <a:sym typeface="JetBrains Mono"/>
              </a:rPr>
              <a:t>index</a:t>
            </a:r>
            <a:r>
              <a:rPr lang="en" sz="1100">
                <a:solidFill>
                  <a:srgbClr val="388E3C"/>
                </a:solidFill>
                <a:latin typeface="JetBrains Mono"/>
                <a:ea typeface="JetBrains Mono"/>
                <a:cs typeface="JetBrains Mono"/>
                <a:sym typeface="JetBrains Mono"/>
              </a:rPr>
              <a:t> is </a:t>
            </a:r>
            <a:r>
              <a:rPr lang="en" sz="1100">
                <a:solidFill>
                  <a:schemeClr val="accent4"/>
                </a:solidFill>
                <a:latin typeface="JetBrains Mono"/>
                <a:ea typeface="JetBrains Mono"/>
                <a:cs typeface="JetBrains Mono"/>
                <a:sym typeface="JetBrains Mono"/>
              </a:rPr>
              <a:t>$</a:t>
            </a:r>
            <a:r>
              <a:rPr lang="en" sz="1100">
                <a:solidFill>
                  <a:srgbClr val="37474F"/>
                </a:solidFill>
                <a:latin typeface="JetBrains Mono"/>
                <a:ea typeface="JetBrains Mono"/>
                <a:cs typeface="JetBrains Mono"/>
                <a:sym typeface="JetBrains Mono"/>
              </a:rPr>
              <a:t>item</a:t>
            </a:r>
            <a:r>
              <a:rPr lang="en" sz="1100">
                <a:solidFill>
                  <a:srgbClr val="388E3C"/>
                </a:solidFill>
                <a:latin typeface="JetBrains Mono"/>
                <a:ea typeface="JetBrains Mono"/>
                <a:cs typeface="JetBrains Mono"/>
                <a:sym typeface="JetBrains Mono"/>
              </a:rPr>
              <a:t>"</a:t>
            </a:r>
            <a:r>
              <a:rPr lang="en" sz="1100">
                <a:solidFill>
                  <a:srgbClr val="37474F"/>
                </a:solidFill>
                <a:latin typeface="JetBrains Mono"/>
                <a:ea typeface="JetBrains Mono"/>
                <a:cs typeface="JetBrains Mono"/>
                <a:sym typeface="JetBrains Mono"/>
              </a:rPr>
              <a:t>)</a:t>
            </a:r>
            <a:endParaRPr sz="1100">
              <a:solidFill>
                <a:srgbClr val="37474F"/>
              </a:solidFill>
              <a:latin typeface="JetBrains Mono"/>
              <a:ea typeface="JetBrains Mono"/>
              <a:cs typeface="JetBrains Mono"/>
              <a:sym typeface="JetBrains Mono"/>
            </a:endParaRPr>
          </a:p>
          <a:p>
            <a:pPr marL="0" lvl="0" indent="0" algn="l" rtl="0">
              <a:spcBef>
                <a:spcPts val="400"/>
              </a:spcBef>
              <a:spcAft>
                <a:spcPts val="0"/>
              </a:spcAft>
              <a:buClr>
                <a:schemeClr val="dk1"/>
              </a:buClr>
              <a:buSzPts val="1100"/>
              <a:buFont typeface="Arial"/>
              <a:buNone/>
            </a:pPr>
            <a:r>
              <a:rPr lang="en" sz="1100">
                <a:solidFill>
                  <a:srgbClr val="37474F"/>
                </a:solidFill>
                <a:latin typeface="JetBrains Mono"/>
                <a:ea typeface="JetBrains Mono"/>
                <a:cs typeface="JetBrains Mono"/>
                <a:sym typeface="JetBrains Mono"/>
              </a:rPr>
              <a:t>}</a:t>
            </a:r>
            <a:endParaRPr sz="1100">
              <a:solidFill>
                <a:srgbClr val="37474F"/>
              </a:solidFill>
              <a:latin typeface="JetBrains Mono"/>
              <a:ea typeface="JetBrains Mono"/>
              <a:cs typeface="JetBrains Mono"/>
              <a:sym typeface="JetBrains Mono"/>
            </a:endParaRPr>
          </a:p>
          <a:p>
            <a:pPr marL="0" lvl="0" indent="0" algn="l" rtl="0">
              <a:spcBef>
                <a:spcPts val="400"/>
              </a:spcBef>
              <a:spcAft>
                <a:spcPts val="400"/>
              </a:spcAft>
              <a:buNone/>
            </a:pPr>
            <a:endParaRPr sz="1100">
              <a:latin typeface="JetBrains Mono"/>
              <a:ea typeface="JetBrains Mono"/>
              <a:cs typeface="JetBrains Mono"/>
              <a:sym typeface="JetBrains Mono"/>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24"/>
          <p:cNvSpPr txBox="1">
            <a:spLocks noGrp="1"/>
          </p:cNvSpPr>
          <p:nvPr>
            <p:ph type="title"/>
          </p:nvPr>
        </p:nvSpPr>
        <p:spPr>
          <a:xfrm>
            <a:off x="292608" y="292608"/>
            <a:ext cx="8503800" cy="457200"/>
          </a:xfrm>
          <a:prstGeom prst="rect">
            <a:avLst/>
          </a:prstGeom>
          <a:noFill/>
          <a:ln>
            <a:noFill/>
          </a:ln>
        </p:spPr>
        <p:txBody>
          <a:bodyPr spcFirstLastPara="1" wrap="square" lIns="0" tIns="91425" rIns="0" bIns="91425" anchor="t" anchorCtr="0">
            <a:noAutofit/>
          </a:bodyPr>
          <a:lstStyle/>
          <a:p>
            <a:pPr marL="0" lvl="0" indent="0" algn="l" rtl="0">
              <a:spcBef>
                <a:spcPts val="0"/>
              </a:spcBef>
              <a:spcAft>
                <a:spcPts val="0"/>
              </a:spcAft>
              <a:buClr>
                <a:schemeClr val="dk1"/>
              </a:buClr>
              <a:buSzPts val="2800"/>
              <a:buFont typeface="Arial"/>
              <a:buNone/>
            </a:pPr>
            <a:r>
              <a:rPr lang="zh-CN" altLang="en-US" dirty="0"/>
              <a:t>循环</a:t>
            </a:r>
            <a:endParaRPr dirty="0"/>
          </a:p>
        </p:txBody>
      </p:sp>
      <p:sp>
        <p:nvSpPr>
          <p:cNvPr id="139" name="Google Shape;139;p24"/>
          <p:cNvSpPr txBox="1">
            <a:spLocks noGrp="1"/>
          </p:cNvSpPr>
          <p:nvPr>
            <p:ph type="body" idx="1"/>
          </p:nvPr>
        </p:nvSpPr>
        <p:spPr>
          <a:xfrm>
            <a:off x="292608" y="1335024"/>
            <a:ext cx="8419800" cy="2615400"/>
          </a:xfrm>
          <a:prstGeom prst="rect">
            <a:avLst/>
          </a:prstGeom>
        </p:spPr>
        <p:txBody>
          <a:bodyPr spcFirstLastPara="1" wrap="square" lIns="0" tIns="73150" rIns="0" bIns="0" anchor="t" anchorCtr="0">
            <a:noAutofit/>
          </a:bodyPr>
          <a:lstStyle/>
          <a:p>
            <a:pPr marL="0" lvl="0" indent="0" algn="l" rtl="0">
              <a:spcBef>
                <a:spcPts val="0"/>
              </a:spcBef>
              <a:spcAft>
                <a:spcPts val="0"/>
              </a:spcAft>
              <a:buClr>
                <a:schemeClr val="dk1"/>
              </a:buClr>
              <a:buSzPts val="1800"/>
              <a:buFont typeface="Arial"/>
              <a:buNone/>
            </a:pPr>
            <a:r>
              <a:rPr lang="en" sz="1100" dirty="0">
                <a:solidFill>
                  <a:srgbClr val="3F51B5"/>
                </a:solidFill>
                <a:latin typeface="JetBrains Mono"/>
                <a:ea typeface="JetBrains Mono"/>
                <a:cs typeface="JetBrains Mono"/>
                <a:sym typeface="JetBrains Mono"/>
              </a:rPr>
              <a:t>val </a:t>
            </a:r>
            <a:r>
              <a:rPr lang="en" sz="1100" dirty="0">
                <a:solidFill>
                  <a:srgbClr val="37474F"/>
                </a:solidFill>
                <a:latin typeface="JetBrains Mono"/>
                <a:ea typeface="JetBrains Mono"/>
                <a:cs typeface="JetBrains Mono"/>
                <a:sym typeface="JetBrains Mono"/>
              </a:rPr>
              <a:t>items = listOf(</a:t>
            </a:r>
            <a:r>
              <a:rPr lang="en" sz="1100" dirty="0">
                <a:solidFill>
                  <a:srgbClr val="388E3C"/>
                </a:solidFill>
                <a:latin typeface="JetBrains Mono"/>
                <a:ea typeface="JetBrains Mono"/>
                <a:cs typeface="JetBrains Mono"/>
                <a:sym typeface="JetBrains Mono"/>
              </a:rPr>
              <a:t>"apple"</a:t>
            </a:r>
            <a:r>
              <a:rPr lang="en" sz="1100" dirty="0">
                <a:solidFill>
                  <a:srgbClr val="37474F"/>
                </a:solidFill>
                <a:latin typeface="JetBrains Mono"/>
                <a:ea typeface="JetBrains Mono"/>
                <a:cs typeface="JetBrains Mono"/>
                <a:sym typeface="JetBrains Mono"/>
              </a:rPr>
              <a:t>, </a:t>
            </a:r>
            <a:r>
              <a:rPr lang="en" sz="1100" dirty="0">
                <a:solidFill>
                  <a:srgbClr val="388E3C"/>
                </a:solidFill>
                <a:latin typeface="JetBrains Mono"/>
                <a:ea typeface="JetBrains Mono"/>
                <a:cs typeface="JetBrains Mono"/>
                <a:sym typeface="JetBrains Mono"/>
              </a:rPr>
              <a:t>"banana"</a:t>
            </a:r>
            <a:r>
              <a:rPr lang="en" sz="1100" dirty="0">
                <a:solidFill>
                  <a:srgbClr val="37474F"/>
                </a:solidFill>
                <a:latin typeface="JetBrains Mono"/>
                <a:ea typeface="JetBrains Mono"/>
                <a:cs typeface="JetBrains Mono"/>
                <a:sym typeface="JetBrains Mono"/>
              </a:rPr>
              <a:t>, </a:t>
            </a:r>
            <a:r>
              <a:rPr lang="en" sz="1100" dirty="0">
                <a:solidFill>
                  <a:srgbClr val="388E3C"/>
                </a:solidFill>
                <a:latin typeface="JetBrains Mono"/>
                <a:ea typeface="JetBrains Mono"/>
                <a:cs typeface="JetBrains Mono"/>
                <a:sym typeface="JetBrains Mono"/>
              </a:rPr>
              <a:t>"kiwifruit"</a:t>
            </a:r>
            <a:r>
              <a:rPr lang="en" sz="1100" dirty="0">
                <a:solidFill>
                  <a:srgbClr val="37474F"/>
                </a:solidFill>
                <a:latin typeface="JetBrains Mono"/>
                <a:ea typeface="JetBrains Mono"/>
                <a:cs typeface="JetBrains Mono"/>
                <a:sym typeface="JetBrains Mono"/>
              </a:rPr>
              <a:t>)</a:t>
            </a:r>
            <a:endParaRPr sz="1100" dirty="0">
              <a:solidFill>
                <a:srgbClr val="37474F"/>
              </a:solidFill>
              <a:latin typeface="JetBrains Mono"/>
              <a:ea typeface="JetBrains Mono"/>
              <a:cs typeface="JetBrains Mono"/>
              <a:sym typeface="JetBrains Mono"/>
            </a:endParaRPr>
          </a:p>
          <a:p>
            <a:pPr marL="0" lvl="0" indent="0" algn="l" rtl="0">
              <a:spcBef>
                <a:spcPts val="200"/>
              </a:spcBef>
              <a:spcAft>
                <a:spcPts val="0"/>
              </a:spcAft>
              <a:buClr>
                <a:schemeClr val="dk1"/>
              </a:buClr>
              <a:buSzPts val="1800"/>
              <a:buFont typeface="Arial"/>
              <a:buNone/>
            </a:pPr>
            <a:endParaRPr sz="1100" dirty="0">
              <a:solidFill>
                <a:srgbClr val="3F51B5"/>
              </a:solidFill>
              <a:latin typeface="JetBrains Mono"/>
              <a:ea typeface="JetBrains Mono"/>
              <a:cs typeface="JetBrains Mono"/>
              <a:sym typeface="JetBrains Mono"/>
            </a:endParaRPr>
          </a:p>
          <a:p>
            <a:pPr marL="0" lvl="0" indent="0" algn="l" rtl="0">
              <a:spcBef>
                <a:spcPts val="200"/>
              </a:spcBef>
              <a:spcAft>
                <a:spcPts val="0"/>
              </a:spcAft>
              <a:buClr>
                <a:schemeClr val="dk1"/>
              </a:buClr>
              <a:buSzPts val="1800"/>
              <a:buFont typeface="Arial"/>
              <a:buNone/>
            </a:pPr>
            <a:r>
              <a:rPr lang="en" sz="1100" dirty="0">
                <a:solidFill>
                  <a:srgbClr val="3F51B5"/>
                </a:solidFill>
                <a:latin typeface="JetBrains Mono"/>
                <a:ea typeface="JetBrains Mono"/>
                <a:cs typeface="JetBrains Mono"/>
                <a:sym typeface="JetBrains Mono"/>
              </a:rPr>
              <a:t>var </a:t>
            </a:r>
            <a:r>
              <a:rPr lang="en" sz="1100" dirty="0">
                <a:solidFill>
                  <a:srgbClr val="37474F"/>
                </a:solidFill>
                <a:latin typeface="JetBrains Mono"/>
                <a:ea typeface="JetBrains Mono"/>
                <a:cs typeface="JetBrains Mono"/>
                <a:sym typeface="JetBrains Mono"/>
              </a:rPr>
              <a:t>index = 0</a:t>
            </a:r>
            <a:endParaRPr sz="1100" dirty="0">
              <a:solidFill>
                <a:srgbClr val="37474F"/>
              </a:solidFill>
              <a:latin typeface="JetBrains Mono"/>
              <a:ea typeface="JetBrains Mono"/>
              <a:cs typeface="JetBrains Mono"/>
              <a:sym typeface="JetBrains Mono"/>
            </a:endParaRPr>
          </a:p>
          <a:p>
            <a:pPr marL="0" lvl="0" indent="0" algn="l" rtl="0">
              <a:spcBef>
                <a:spcPts val="200"/>
              </a:spcBef>
              <a:spcAft>
                <a:spcPts val="0"/>
              </a:spcAft>
              <a:buClr>
                <a:schemeClr val="dk1"/>
              </a:buClr>
              <a:buSzPts val="1800"/>
              <a:buFont typeface="Arial"/>
              <a:buNone/>
            </a:pPr>
            <a:r>
              <a:rPr lang="en" sz="1100" dirty="0">
                <a:solidFill>
                  <a:srgbClr val="3F51B5"/>
                </a:solidFill>
                <a:latin typeface="JetBrains Mono"/>
                <a:ea typeface="JetBrains Mono"/>
                <a:cs typeface="JetBrains Mono"/>
                <a:sym typeface="JetBrains Mono"/>
              </a:rPr>
              <a:t>while</a:t>
            </a:r>
            <a:r>
              <a:rPr lang="en" sz="1100" dirty="0">
                <a:solidFill>
                  <a:srgbClr val="37474F"/>
                </a:solidFill>
                <a:latin typeface="JetBrains Mono"/>
                <a:ea typeface="JetBrains Mono"/>
                <a:cs typeface="JetBrains Mono"/>
                <a:sym typeface="JetBrains Mono"/>
              </a:rPr>
              <a:t> (index &lt; items.size) {</a:t>
            </a:r>
            <a:endParaRPr sz="1100" dirty="0">
              <a:solidFill>
                <a:srgbClr val="37474F"/>
              </a:solidFill>
              <a:latin typeface="JetBrains Mono"/>
              <a:ea typeface="JetBrains Mono"/>
              <a:cs typeface="JetBrains Mono"/>
              <a:sym typeface="JetBrains Mono"/>
            </a:endParaRPr>
          </a:p>
          <a:p>
            <a:pPr marL="0" lvl="0" indent="0" algn="l" rtl="0">
              <a:spcBef>
                <a:spcPts val="200"/>
              </a:spcBef>
              <a:spcAft>
                <a:spcPts val="0"/>
              </a:spcAft>
              <a:buClr>
                <a:schemeClr val="dk1"/>
              </a:buClr>
              <a:buSzPts val="1800"/>
              <a:buFont typeface="Arial"/>
              <a:buNone/>
            </a:pPr>
            <a:r>
              <a:rPr lang="en" sz="1100" dirty="0">
                <a:solidFill>
                  <a:srgbClr val="37474F"/>
                </a:solidFill>
                <a:latin typeface="JetBrains Mono"/>
                <a:ea typeface="JetBrains Mono"/>
                <a:cs typeface="JetBrains Mono"/>
                <a:sym typeface="JetBrains Mono"/>
              </a:rPr>
              <a:t>    println(</a:t>
            </a:r>
            <a:r>
              <a:rPr lang="en" sz="1100" dirty="0">
                <a:solidFill>
                  <a:srgbClr val="388E3C"/>
                </a:solidFill>
                <a:latin typeface="JetBrains Mono"/>
                <a:ea typeface="JetBrains Mono"/>
                <a:cs typeface="JetBrains Mono"/>
                <a:sym typeface="JetBrains Mono"/>
              </a:rPr>
              <a:t>"item at </a:t>
            </a:r>
            <a:r>
              <a:rPr lang="en" sz="1100" dirty="0">
                <a:solidFill>
                  <a:schemeClr val="accent4"/>
                </a:solidFill>
                <a:latin typeface="JetBrains Mono"/>
                <a:ea typeface="JetBrains Mono"/>
                <a:cs typeface="JetBrains Mono"/>
                <a:sym typeface="JetBrains Mono"/>
              </a:rPr>
              <a:t>$</a:t>
            </a:r>
            <a:r>
              <a:rPr lang="en" sz="1100" dirty="0">
                <a:solidFill>
                  <a:srgbClr val="37474F"/>
                </a:solidFill>
                <a:latin typeface="JetBrains Mono"/>
                <a:ea typeface="JetBrains Mono"/>
                <a:cs typeface="JetBrains Mono"/>
                <a:sym typeface="JetBrains Mono"/>
              </a:rPr>
              <a:t>index</a:t>
            </a:r>
            <a:r>
              <a:rPr lang="en" sz="1100" dirty="0">
                <a:solidFill>
                  <a:srgbClr val="388E3C"/>
                </a:solidFill>
                <a:latin typeface="JetBrains Mono"/>
                <a:ea typeface="JetBrains Mono"/>
                <a:cs typeface="JetBrains Mono"/>
                <a:sym typeface="JetBrains Mono"/>
              </a:rPr>
              <a:t> is </a:t>
            </a:r>
            <a:r>
              <a:rPr lang="en" sz="1100" dirty="0">
                <a:solidFill>
                  <a:schemeClr val="accent4"/>
                </a:solidFill>
                <a:latin typeface="JetBrains Mono"/>
                <a:ea typeface="JetBrains Mono"/>
                <a:cs typeface="JetBrains Mono"/>
                <a:sym typeface="JetBrains Mono"/>
              </a:rPr>
              <a:t>$</a:t>
            </a:r>
            <a:r>
              <a:rPr lang="en" sz="1100" dirty="0">
                <a:solidFill>
                  <a:srgbClr val="37474F"/>
                </a:solidFill>
                <a:latin typeface="JetBrains Mono"/>
                <a:ea typeface="JetBrains Mono"/>
                <a:cs typeface="JetBrains Mono"/>
                <a:sym typeface="JetBrains Mono"/>
              </a:rPr>
              <a:t>{items[index]}</a:t>
            </a:r>
            <a:r>
              <a:rPr lang="en" sz="1100" dirty="0">
                <a:solidFill>
                  <a:srgbClr val="388E3C"/>
                </a:solidFill>
                <a:latin typeface="JetBrains Mono"/>
                <a:ea typeface="JetBrains Mono"/>
                <a:cs typeface="JetBrains Mono"/>
                <a:sym typeface="JetBrains Mono"/>
              </a:rPr>
              <a:t>"</a:t>
            </a:r>
            <a:r>
              <a:rPr lang="en" sz="1100" dirty="0">
                <a:solidFill>
                  <a:srgbClr val="37474F"/>
                </a:solidFill>
                <a:latin typeface="JetBrains Mono"/>
                <a:ea typeface="JetBrains Mono"/>
                <a:cs typeface="JetBrains Mono"/>
                <a:sym typeface="JetBrains Mono"/>
              </a:rPr>
              <a:t>)</a:t>
            </a:r>
            <a:endParaRPr sz="1100" dirty="0">
              <a:solidFill>
                <a:srgbClr val="37474F"/>
              </a:solidFill>
              <a:latin typeface="JetBrains Mono"/>
              <a:ea typeface="JetBrains Mono"/>
              <a:cs typeface="JetBrains Mono"/>
              <a:sym typeface="JetBrains Mono"/>
            </a:endParaRPr>
          </a:p>
          <a:p>
            <a:pPr marL="0" lvl="0" indent="0" algn="l" rtl="0">
              <a:spcBef>
                <a:spcPts val="200"/>
              </a:spcBef>
              <a:spcAft>
                <a:spcPts val="0"/>
              </a:spcAft>
              <a:buClr>
                <a:schemeClr val="dk1"/>
              </a:buClr>
              <a:buSzPts val="1800"/>
              <a:buFont typeface="Arial"/>
              <a:buNone/>
            </a:pPr>
            <a:r>
              <a:rPr lang="en" sz="1100" dirty="0">
                <a:solidFill>
                  <a:srgbClr val="37474F"/>
                </a:solidFill>
                <a:latin typeface="JetBrains Mono"/>
                <a:ea typeface="JetBrains Mono"/>
                <a:cs typeface="JetBrains Mono"/>
                <a:sym typeface="JetBrains Mono"/>
              </a:rPr>
              <a:t>    index++</a:t>
            </a:r>
            <a:endParaRPr sz="1100" dirty="0">
              <a:solidFill>
                <a:srgbClr val="37474F"/>
              </a:solidFill>
              <a:latin typeface="JetBrains Mono"/>
              <a:ea typeface="JetBrains Mono"/>
              <a:cs typeface="JetBrains Mono"/>
              <a:sym typeface="JetBrains Mono"/>
            </a:endParaRPr>
          </a:p>
          <a:p>
            <a:pPr marL="0" lvl="0" indent="0" algn="l" rtl="0">
              <a:spcBef>
                <a:spcPts val="200"/>
              </a:spcBef>
              <a:spcAft>
                <a:spcPts val="0"/>
              </a:spcAft>
              <a:buClr>
                <a:schemeClr val="dk1"/>
              </a:buClr>
              <a:buSzPts val="1800"/>
              <a:buFont typeface="Arial"/>
              <a:buNone/>
            </a:pPr>
            <a:r>
              <a:rPr lang="en" sz="1100" dirty="0">
                <a:solidFill>
                  <a:srgbClr val="37474F"/>
                </a:solidFill>
                <a:latin typeface="JetBrains Mono"/>
                <a:ea typeface="JetBrains Mono"/>
                <a:cs typeface="JetBrains Mono"/>
                <a:sym typeface="JetBrains Mono"/>
              </a:rPr>
              <a:t>}</a:t>
            </a:r>
            <a:endParaRPr sz="1100" dirty="0">
              <a:solidFill>
                <a:srgbClr val="37474F"/>
              </a:solidFill>
              <a:latin typeface="JetBrains Mono"/>
              <a:ea typeface="JetBrains Mono"/>
              <a:cs typeface="JetBrains Mono"/>
              <a:sym typeface="JetBrains Mono"/>
            </a:endParaRPr>
          </a:p>
          <a:p>
            <a:pPr marL="0" lvl="0" indent="0" algn="l" rtl="0">
              <a:spcBef>
                <a:spcPts val="200"/>
              </a:spcBef>
              <a:spcAft>
                <a:spcPts val="0"/>
              </a:spcAft>
              <a:buClr>
                <a:schemeClr val="dk1"/>
              </a:buClr>
              <a:buSzPts val="1800"/>
              <a:buFont typeface="Arial"/>
              <a:buNone/>
            </a:pPr>
            <a:endParaRPr sz="1100" dirty="0">
              <a:solidFill>
                <a:srgbClr val="37474F"/>
              </a:solidFill>
              <a:latin typeface="JetBrains Mono"/>
              <a:ea typeface="JetBrains Mono"/>
              <a:cs typeface="JetBrains Mono"/>
              <a:sym typeface="JetBrains Mono"/>
            </a:endParaRPr>
          </a:p>
          <a:p>
            <a:pPr marL="0" lvl="0" indent="0" algn="l" rtl="0">
              <a:spcBef>
                <a:spcPts val="200"/>
              </a:spcBef>
              <a:spcAft>
                <a:spcPts val="0"/>
              </a:spcAft>
              <a:buClr>
                <a:schemeClr val="dk1"/>
              </a:buClr>
              <a:buSzPts val="1100"/>
              <a:buFont typeface="Arial"/>
              <a:buNone/>
            </a:pPr>
            <a:r>
              <a:rPr lang="en" sz="1100" dirty="0">
                <a:solidFill>
                  <a:srgbClr val="3F51B5"/>
                </a:solidFill>
                <a:latin typeface="JetBrains Mono"/>
                <a:ea typeface="JetBrains Mono"/>
                <a:cs typeface="JetBrains Mono"/>
                <a:sym typeface="JetBrains Mono"/>
              </a:rPr>
              <a:t>var </a:t>
            </a:r>
            <a:r>
              <a:rPr lang="en" sz="1100" dirty="0">
                <a:solidFill>
                  <a:srgbClr val="37474F"/>
                </a:solidFill>
                <a:latin typeface="JetBrains Mono"/>
                <a:ea typeface="JetBrains Mono"/>
                <a:cs typeface="JetBrains Mono"/>
                <a:sym typeface="JetBrains Mono"/>
              </a:rPr>
              <a:t>toComplete: Boolean</a:t>
            </a:r>
            <a:endParaRPr sz="1100" dirty="0">
              <a:solidFill>
                <a:srgbClr val="37474F"/>
              </a:solidFill>
              <a:latin typeface="JetBrains Mono"/>
              <a:ea typeface="JetBrains Mono"/>
              <a:cs typeface="JetBrains Mono"/>
              <a:sym typeface="JetBrains Mono"/>
            </a:endParaRPr>
          </a:p>
          <a:p>
            <a:pPr marL="0" lvl="0" indent="0" algn="l" rtl="0">
              <a:spcBef>
                <a:spcPts val="200"/>
              </a:spcBef>
              <a:spcAft>
                <a:spcPts val="0"/>
              </a:spcAft>
              <a:buClr>
                <a:schemeClr val="dk1"/>
              </a:buClr>
              <a:buSzPts val="1100"/>
              <a:buFont typeface="Arial"/>
              <a:buNone/>
            </a:pPr>
            <a:r>
              <a:rPr lang="en" sz="1100" dirty="0">
                <a:solidFill>
                  <a:srgbClr val="3F51B5"/>
                </a:solidFill>
                <a:latin typeface="JetBrains Mono"/>
                <a:ea typeface="JetBrains Mono"/>
                <a:cs typeface="JetBrains Mono"/>
                <a:sym typeface="JetBrains Mono"/>
              </a:rPr>
              <a:t>do</a:t>
            </a:r>
            <a:r>
              <a:rPr lang="en" sz="1100" dirty="0">
                <a:solidFill>
                  <a:srgbClr val="37474F"/>
                </a:solidFill>
                <a:latin typeface="JetBrains Mono"/>
                <a:ea typeface="JetBrains Mono"/>
                <a:cs typeface="JetBrains Mono"/>
                <a:sym typeface="JetBrains Mono"/>
              </a:rPr>
              <a:t> {</a:t>
            </a:r>
            <a:endParaRPr sz="1100" dirty="0">
              <a:solidFill>
                <a:srgbClr val="37474F"/>
              </a:solidFill>
              <a:latin typeface="JetBrains Mono"/>
              <a:ea typeface="JetBrains Mono"/>
              <a:cs typeface="JetBrains Mono"/>
              <a:sym typeface="JetBrains Mono"/>
            </a:endParaRPr>
          </a:p>
          <a:p>
            <a:pPr marL="0" lvl="0" indent="0" algn="l" rtl="0">
              <a:spcBef>
                <a:spcPts val="200"/>
              </a:spcBef>
              <a:spcAft>
                <a:spcPts val="0"/>
              </a:spcAft>
              <a:buClr>
                <a:schemeClr val="dk1"/>
              </a:buClr>
              <a:buSzPts val="1100"/>
              <a:buFont typeface="Arial"/>
              <a:buNone/>
            </a:pPr>
            <a:r>
              <a:rPr lang="en" sz="1100" dirty="0">
                <a:solidFill>
                  <a:srgbClr val="37474F"/>
                </a:solidFill>
                <a:latin typeface="JetBrains Mono"/>
                <a:ea typeface="JetBrains Mono"/>
                <a:cs typeface="JetBrains Mono"/>
                <a:sym typeface="JetBrains Mono"/>
              </a:rPr>
              <a:t>    ...</a:t>
            </a:r>
            <a:endParaRPr sz="1100" dirty="0">
              <a:solidFill>
                <a:srgbClr val="37474F"/>
              </a:solidFill>
              <a:latin typeface="JetBrains Mono"/>
              <a:ea typeface="JetBrains Mono"/>
              <a:cs typeface="JetBrains Mono"/>
              <a:sym typeface="JetBrains Mono"/>
            </a:endParaRPr>
          </a:p>
          <a:p>
            <a:pPr marL="0" lvl="0" indent="0" algn="l" rtl="0">
              <a:spcBef>
                <a:spcPts val="200"/>
              </a:spcBef>
              <a:spcAft>
                <a:spcPts val="0"/>
              </a:spcAft>
              <a:buClr>
                <a:schemeClr val="dk1"/>
              </a:buClr>
              <a:buSzPts val="1100"/>
              <a:buFont typeface="Arial"/>
              <a:buNone/>
            </a:pPr>
            <a:r>
              <a:rPr lang="en" sz="1100" dirty="0">
                <a:solidFill>
                  <a:srgbClr val="37474F"/>
                </a:solidFill>
                <a:latin typeface="JetBrains Mono"/>
                <a:ea typeface="JetBrains Mono"/>
                <a:cs typeface="JetBrains Mono"/>
                <a:sym typeface="JetBrains Mono"/>
              </a:rPr>
              <a:t>    toComplete = ...</a:t>
            </a:r>
            <a:endParaRPr sz="1100" dirty="0">
              <a:solidFill>
                <a:srgbClr val="37474F"/>
              </a:solidFill>
              <a:latin typeface="JetBrains Mono"/>
              <a:ea typeface="JetBrains Mono"/>
              <a:cs typeface="JetBrains Mono"/>
              <a:sym typeface="JetBrains Mono"/>
            </a:endParaRPr>
          </a:p>
          <a:p>
            <a:pPr marL="0" lvl="0" indent="0" algn="l" rtl="0">
              <a:spcBef>
                <a:spcPts val="200"/>
              </a:spcBef>
              <a:spcAft>
                <a:spcPts val="0"/>
              </a:spcAft>
              <a:buClr>
                <a:schemeClr val="dk1"/>
              </a:buClr>
              <a:buSzPts val="1100"/>
              <a:buFont typeface="Arial"/>
              <a:buNone/>
            </a:pPr>
            <a:r>
              <a:rPr lang="en" sz="1100" dirty="0">
                <a:solidFill>
                  <a:srgbClr val="37474F"/>
                </a:solidFill>
                <a:latin typeface="JetBrains Mono"/>
                <a:ea typeface="JetBrains Mono"/>
                <a:cs typeface="JetBrains Mono"/>
                <a:sym typeface="JetBrains Mono"/>
              </a:rPr>
              <a:t>} </a:t>
            </a:r>
            <a:r>
              <a:rPr lang="en" sz="1100" dirty="0">
                <a:solidFill>
                  <a:srgbClr val="3F51B5"/>
                </a:solidFill>
                <a:latin typeface="JetBrains Mono"/>
                <a:ea typeface="JetBrains Mono"/>
                <a:cs typeface="JetBrains Mono"/>
                <a:sym typeface="JetBrains Mono"/>
              </a:rPr>
              <a:t>while</a:t>
            </a:r>
            <a:r>
              <a:rPr lang="en" sz="1100" dirty="0">
                <a:solidFill>
                  <a:srgbClr val="37474F"/>
                </a:solidFill>
                <a:latin typeface="JetBrains Mono"/>
                <a:ea typeface="JetBrains Mono"/>
                <a:cs typeface="JetBrains Mono"/>
                <a:sym typeface="JetBrains Mono"/>
              </a:rPr>
              <a:t>(toComplete)</a:t>
            </a:r>
            <a:endParaRPr sz="1100" dirty="0">
              <a:solidFill>
                <a:srgbClr val="37474F"/>
              </a:solidFill>
              <a:latin typeface="JetBrains Mono"/>
              <a:ea typeface="JetBrains Mono"/>
              <a:cs typeface="JetBrains Mono"/>
              <a:sym typeface="JetBrains Mono"/>
            </a:endParaRPr>
          </a:p>
          <a:p>
            <a:pPr marL="0" lvl="0" indent="0" algn="l" rtl="0">
              <a:spcBef>
                <a:spcPts val="200"/>
              </a:spcBef>
              <a:spcAft>
                <a:spcPts val="0"/>
              </a:spcAft>
              <a:buClr>
                <a:schemeClr val="dk1"/>
              </a:buClr>
              <a:buSzPts val="1100"/>
              <a:buFont typeface="Arial"/>
              <a:buNone/>
            </a:pPr>
            <a:endParaRPr sz="1100" dirty="0">
              <a:solidFill>
                <a:srgbClr val="37474F"/>
              </a:solidFill>
              <a:latin typeface="JetBrains Mono"/>
              <a:ea typeface="JetBrains Mono"/>
              <a:cs typeface="JetBrains Mono"/>
              <a:sym typeface="JetBrains Mono"/>
            </a:endParaRPr>
          </a:p>
          <a:p>
            <a:pPr marL="0" lvl="0" indent="0" algn="l" rtl="0">
              <a:spcBef>
                <a:spcPts val="200"/>
              </a:spcBef>
              <a:spcAft>
                <a:spcPts val="200"/>
              </a:spcAft>
              <a:buNone/>
            </a:pPr>
            <a:r>
              <a:rPr lang="zh-CN" altLang="en-US" dirty="0"/>
              <a:t>条件变量可以在 </a:t>
            </a:r>
            <a:r>
              <a:rPr lang="en" dirty="0">
                <a:solidFill>
                  <a:srgbClr val="3F51B5"/>
                </a:solidFill>
                <a:latin typeface="JetBrains Mono"/>
                <a:ea typeface="JetBrains Mono"/>
                <a:cs typeface="JetBrains Mono"/>
                <a:sym typeface="JetBrains Mono"/>
              </a:rPr>
              <a:t>do…while</a:t>
            </a:r>
            <a:r>
              <a:rPr lang="en" dirty="0">
                <a:solidFill>
                  <a:srgbClr val="3F51B5"/>
                </a:solidFill>
                <a:cs typeface="JetBrains Mono"/>
                <a:sym typeface="JetBrains Mono"/>
              </a:rPr>
              <a:t> </a:t>
            </a:r>
            <a:r>
              <a:rPr lang="zh-CN" altLang="en-US" dirty="0"/>
              <a:t>循环中初始化。</a:t>
            </a:r>
            <a:endParaRPr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5"/>
          <p:cNvSpPr txBox="1">
            <a:spLocks noGrp="1"/>
          </p:cNvSpPr>
          <p:nvPr>
            <p:ph type="title"/>
          </p:nvPr>
        </p:nvSpPr>
        <p:spPr>
          <a:xfrm>
            <a:off x="292608" y="292608"/>
            <a:ext cx="8503800" cy="457200"/>
          </a:xfrm>
          <a:prstGeom prst="rect">
            <a:avLst/>
          </a:prstGeom>
          <a:noFill/>
          <a:ln>
            <a:noFill/>
          </a:ln>
        </p:spPr>
        <p:txBody>
          <a:bodyPr spcFirstLastPara="1" wrap="square" lIns="0" tIns="91425" rIns="0" bIns="91425" anchor="t" anchorCtr="0">
            <a:noAutofit/>
          </a:bodyPr>
          <a:lstStyle/>
          <a:p>
            <a:pPr marL="0" lvl="0" indent="0" algn="l" rtl="0">
              <a:spcBef>
                <a:spcPts val="0"/>
              </a:spcBef>
              <a:spcAft>
                <a:spcPts val="0"/>
              </a:spcAft>
              <a:buSzPts val="2800"/>
              <a:buNone/>
            </a:pPr>
            <a:r>
              <a:rPr lang="zh-CN" altLang="en-US" dirty="0"/>
              <a:t>循环</a:t>
            </a:r>
            <a:endParaRPr dirty="0"/>
          </a:p>
        </p:txBody>
      </p:sp>
      <p:sp>
        <p:nvSpPr>
          <p:cNvPr id="145" name="Google Shape;145;p25"/>
          <p:cNvSpPr txBox="1">
            <a:spLocks noGrp="1"/>
          </p:cNvSpPr>
          <p:nvPr>
            <p:ph type="body" idx="1"/>
          </p:nvPr>
        </p:nvSpPr>
        <p:spPr>
          <a:xfrm>
            <a:off x="292608" y="1335024"/>
            <a:ext cx="8328900" cy="2377500"/>
          </a:xfrm>
          <a:prstGeom prst="rect">
            <a:avLst/>
          </a:prstGeom>
        </p:spPr>
        <p:txBody>
          <a:bodyPr spcFirstLastPara="1" wrap="square" lIns="0" tIns="73150" rIns="0" bIns="0" anchor="t" anchorCtr="0">
            <a:noAutofit/>
          </a:bodyPr>
          <a:lstStyle/>
          <a:p>
            <a:pPr marL="0" lvl="0" indent="0" algn="l" rtl="0">
              <a:spcBef>
                <a:spcPts val="0"/>
              </a:spcBef>
              <a:spcAft>
                <a:spcPts val="0"/>
              </a:spcAft>
              <a:buClr>
                <a:schemeClr val="dk1"/>
              </a:buClr>
              <a:buSzPts val="1400"/>
              <a:buFont typeface="Arial"/>
              <a:buNone/>
            </a:pPr>
            <a:r>
              <a:rPr lang="zh-CN" altLang="en-US" dirty="0">
                <a:latin typeface="HONOR Sans CN" panose="02000500000000000000" pitchFamily="2" charset="-122"/>
                <a:ea typeface="HONOR Sans CN" panose="02000500000000000000" pitchFamily="2" charset="-122"/>
                <a:cs typeface="Open Sans"/>
                <a:sym typeface="Open Sans"/>
              </a:rPr>
              <a:t>循环中可以用 </a:t>
            </a:r>
            <a:r>
              <a:rPr lang="en" dirty="0">
                <a:solidFill>
                  <a:srgbClr val="3F51B5"/>
                </a:solidFill>
              </a:rPr>
              <a:t>break</a:t>
            </a:r>
            <a:r>
              <a:rPr lang="en" dirty="0">
                <a:latin typeface="HONOR Sans CN" panose="02000500000000000000" pitchFamily="2" charset="-122"/>
                <a:ea typeface="HONOR Sans CN" panose="02000500000000000000" pitchFamily="2" charset="-122"/>
                <a:cs typeface="Open Sans"/>
                <a:sym typeface="Open Sans"/>
              </a:rPr>
              <a:t> </a:t>
            </a:r>
            <a:r>
              <a:rPr lang="zh-CN" altLang="en-US" dirty="0">
                <a:latin typeface="HONOR Sans CN" panose="02000500000000000000" pitchFamily="2" charset="-122"/>
                <a:ea typeface="HONOR Sans CN" panose="02000500000000000000" pitchFamily="2" charset="-122"/>
                <a:cs typeface="Open Sans"/>
                <a:sym typeface="Open Sans"/>
              </a:rPr>
              <a:t>和</a:t>
            </a:r>
            <a:r>
              <a:rPr lang="en" dirty="0">
                <a:latin typeface="HONOR Sans CN" panose="02000500000000000000" pitchFamily="2" charset="-122"/>
                <a:ea typeface="HONOR Sans CN" panose="02000500000000000000" pitchFamily="2" charset="-122"/>
                <a:cs typeface="Open Sans"/>
                <a:sym typeface="Open Sans"/>
              </a:rPr>
              <a:t> </a:t>
            </a:r>
            <a:r>
              <a:rPr lang="en" dirty="0">
                <a:solidFill>
                  <a:srgbClr val="3F51B5"/>
                </a:solidFill>
              </a:rPr>
              <a:t>continue</a:t>
            </a:r>
            <a:r>
              <a:rPr lang="en" dirty="0">
                <a:latin typeface="HONOR Sans CN" panose="02000500000000000000" pitchFamily="2" charset="-122"/>
                <a:ea typeface="HONOR Sans CN" panose="02000500000000000000" pitchFamily="2" charset="-122"/>
                <a:cs typeface="Open Sans"/>
                <a:sym typeface="Open Sans"/>
              </a:rPr>
              <a:t> </a:t>
            </a:r>
            <a:r>
              <a:rPr lang="zh-CN" altLang="en-US" dirty="0">
                <a:latin typeface="HONOR Sans CN" panose="02000500000000000000" pitchFamily="2" charset="-122"/>
                <a:ea typeface="HONOR Sans CN" panose="02000500000000000000" pitchFamily="2" charset="-122"/>
                <a:cs typeface="Open Sans"/>
                <a:sym typeface="Open Sans"/>
              </a:rPr>
              <a:t>标签：</a:t>
            </a:r>
            <a:endParaRPr lang="en-US" altLang="zh-CN" dirty="0">
              <a:latin typeface="HONOR Sans CN" panose="02000500000000000000" pitchFamily="2" charset="-122"/>
              <a:ea typeface="HONOR Sans CN" panose="02000500000000000000" pitchFamily="2" charset="-122"/>
              <a:cs typeface="Open Sans"/>
              <a:sym typeface="Open Sans"/>
            </a:endParaRPr>
          </a:p>
          <a:p>
            <a:pPr marL="0" lvl="0" indent="0" algn="l" rtl="0">
              <a:spcBef>
                <a:spcPts val="0"/>
              </a:spcBef>
              <a:spcAft>
                <a:spcPts val="0"/>
              </a:spcAft>
              <a:buClr>
                <a:schemeClr val="dk1"/>
              </a:buClr>
              <a:buSzPts val="1400"/>
              <a:buFont typeface="Arial"/>
              <a:buNone/>
            </a:pPr>
            <a:endParaRPr lang="en-US" dirty="0">
              <a:solidFill>
                <a:srgbClr val="D81B60"/>
              </a:solidFill>
              <a:latin typeface="HONOR Sans CN" panose="02000500000000000000" pitchFamily="2" charset="-122"/>
              <a:ea typeface="HONOR Sans CN" panose="02000500000000000000" pitchFamily="2" charset="-122"/>
              <a:cs typeface="Open Sans"/>
              <a:sym typeface="Open Sans"/>
            </a:endParaRPr>
          </a:p>
          <a:p>
            <a:pPr marL="0" lvl="0" indent="0" algn="l" rtl="0">
              <a:spcBef>
                <a:spcPts val="0"/>
              </a:spcBef>
              <a:spcAft>
                <a:spcPts val="0"/>
              </a:spcAft>
              <a:buClr>
                <a:schemeClr val="dk1"/>
              </a:buClr>
              <a:buSzPts val="1400"/>
              <a:buFont typeface="Arial"/>
              <a:buNone/>
            </a:pPr>
            <a:r>
              <a:rPr lang="en" dirty="0">
                <a:solidFill>
                  <a:srgbClr val="D81B60"/>
                </a:solidFill>
              </a:rPr>
              <a:t>myLabel@</a:t>
            </a:r>
            <a:r>
              <a:rPr lang="en" dirty="0">
                <a:solidFill>
                  <a:srgbClr val="37474F"/>
                </a:solidFill>
              </a:rPr>
              <a:t> </a:t>
            </a:r>
            <a:r>
              <a:rPr lang="en" dirty="0">
                <a:solidFill>
                  <a:srgbClr val="3F51B5"/>
                </a:solidFill>
              </a:rPr>
              <a:t>for</a:t>
            </a:r>
            <a:r>
              <a:rPr lang="en" dirty="0">
                <a:solidFill>
                  <a:srgbClr val="37474F"/>
                </a:solidFill>
              </a:rPr>
              <a:t> (item </a:t>
            </a:r>
            <a:r>
              <a:rPr lang="en" dirty="0">
                <a:solidFill>
                  <a:srgbClr val="3F51B5"/>
                </a:solidFill>
              </a:rPr>
              <a:t>in</a:t>
            </a:r>
            <a:r>
              <a:rPr lang="en" dirty="0">
                <a:solidFill>
                  <a:srgbClr val="37474F"/>
                </a:solidFill>
              </a:rPr>
              <a:t> items) {</a:t>
            </a:r>
            <a:endParaRPr dirty="0">
              <a:solidFill>
                <a:srgbClr val="37474F"/>
              </a:solidFill>
            </a:endParaRPr>
          </a:p>
          <a:p>
            <a:pPr marL="0" lvl="0" indent="0" algn="l" rtl="0">
              <a:spcBef>
                <a:spcPts val="400"/>
              </a:spcBef>
              <a:spcAft>
                <a:spcPts val="0"/>
              </a:spcAft>
              <a:buClr>
                <a:schemeClr val="dk1"/>
              </a:buClr>
              <a:buSzPts val="1400"/>
              <a:buFont typeface="Arial"/>
              <a:buNone/>
            </a:pPr>
            <a:r>
              <a:rPr lang="en" dirty="0">
                <a:solidFill>
                  <a:srgbClr val="37474F"/>
                </a:solidFill>
              </a:rPr>
              <a:t>    </a:t>
            </a:r>
            <a:r>
              <a:rPr lang="en" dirty="0">
                <a:solidFill>
                  <a:srgbClr val="3F51B5"/>
                </a:solidFill>
              </a:rPr>
              <a:t>for</a:t>
            </a:r>
            <a:r>
              <a:rPr lang="en" dirty="0">
                <a:solidFill>
                  <a:srgbClr val="37474F"/>
                </a:solidFill>
              </a:rPr>
              <a:t> (anotherItem </a:t>
            </a:r>
            <a:r>
              <a:rPr lang="en" dirty="0">
                <a:solidFill>
                  <a:srgbClr val="3F51B5"/>
                </a:solidFill>
              </a:rPr>
              <a:t>in</a:t>
            </a:r>
            <a:r>
              <a:rPr lang="en" dirty="0">
                <a:solidFill>
                  <a:srgbClr val="37474F"/>
                </a:solidFill>
              </a:rPr>
              <a:t> otherItems) {</a:t>
            </a:r>
            <a:endParaRPr dirty="0">
              <a:solidFill>
                <a:srgbClr val="37474F"/>
              </a:solidFill>
            </a:endParaRPr>
          </a:p>
          <a:p>
            <a:pPr marL="0" lvl="0" indent="0" algn="l" rtl="0">
              <a:spcBef>
                <a:spcPts val="400"/>
              </a:spcBef>
              <a:spcAft>
                <a:spcPts val="0"/>
              </a:spcAft>
              <a:buClr>
                <a:schemeClr val="dk1"/>
              </a:buClr>
              <a:buSzPts val="1400"/>
              <a:buFont typeface="Arial"/>
              <a:buNone/>
            </a:pPr>
            <a:r>
              <a:rPr lang="en" dirty="0">
                <a:solidFill>
                  <a:srgbClr val="37474F"/>
                </a:solidFill>
              </a:rPr>
              <a:t>        </a:t>
            </a:r>
            <a:r>
              <a:rPr lang="en" dirty="0">
                <a:solidFill>
                  <a:srgbClr val="3F51B5"/>
                </a:solidFill>
              </a:rPr>
              <a:t>if</a:t>
            </a:r>
            <a:r>
              <a:rPr lang="en" dirty="0">
                <a:solidFill>
                  <a:srgbClr val="37474F"/>
                </a:solidFill>
              </a:rPr>
              <a:t> (...) </a:t>
            </a:r>
            <a:r>
              <a:rPr lang="en" dirty="0">
                <a:solidFill>
                  <a:srgbClr val="3F51B5"/>
                </a:solidFill>
              </a:rPr>
              <a:t>break</a:t>
            </a:r>
            <a:r>
              <a:rPr lang="en" dirty="0">
                <a:solidFill>
                  <a:srgbClr val="D81B60"/>
                </a:solidFill>
              </a:rPr>
              <a:t>@myLabel</a:t>
            </a:r>
            <a:endParaRPr dirty="0">
              <a:solidFill>
                <a:srgbClr val="D81B60"/>
              </a:solidFill>
            </a:endParaRPr>
          </a:p>
          <a:p>
            <a:pPr marL="0" lvl="0" indent="0" algn="l" rtl="0">
              <a:spcBef>
                <a:spcPts val="400"/>
              </a:spcBef>
              <a:spcAft>
                <a:spcPts val="0"/>
              </a:spcAft>
              <a:buClr>
                <a:schemeClr val="dk1"/>
              </a:buClr>
              <a:buSzPts val="1400"/>
              <a:buFont typeface="Arial"/>
              <a:buNone/>
            </a:pPr>
            <a:r>
              <a:rPr lang="en" dirty="0">
                <a:solidFill>
                  <a:srgbClr val="37474F"/>
                </a:solidFill>
              </a:rPr>
              <a:t>        </a:t>
            </a:r>
            <a:r>
              <a:rPr lang="en" dirty="0">
                <a:solidFill>
                  <a:srgbClr val="3F51B5"/>
                </a:solidFill>
              </a:rPr>
              <a:t>else continue</a:t>
            </a:r>
            <a:r>
              <a:rPr lang="en" dirty="0">
                <a:solidFill>
                  <a:srgbClr val="D81B60"/>
                </a:solidFill>
              </a:rPr>
              <a:t>@myLabel</a:t>
            </a:r>
            <a:endParaRPr dirty="0">
              <a:solidFill>
                <a:srgbClr val="D81B60"/>
              </a:solidFill>
            </a:endParaRPr>
          </a:p>
          <a:p>
            <a:pPr marL="0" lvl="0" indent="0" algn="l" rtl="0">
              <a:spcBef>
                <a:spcPts val="400"/>
              </a:spcBef>
              <a:spcAft>
                <a:spcPts val="0"/>
              </a:spcAft>
              <a:buClr>
                <a:schemeClr val="dk1"/>
              </a:buClr>
              <a:buSzPts val="1400"/>
              <a:buFont typeface="Arial"/>
              <a:buNone/>
            </a:pPr>
            <a:r>
              <a:rPr lang="en" dirty="0">
                <a:solidFill>
                  <a:srgbClr val="37474F"/>
                </a:solidFill>
              </a:rPr>
              <a:t>    }</a:t>
            </a:r>
            <a:endParaRPr dirty="0">
              <a:solidFill>
                <a:srgbClr val="37474F"/>
              </a:solidFill>
            </a:endParaRPr>
          </a:p>
          <a:p>
            <a:pPr marL="0" lvl="0" indent="0" algn="l" rtl="0">
              <a:spcBef>
                <a:spcPts val="400"/>
              </a:spcBef>
              <a:spcAft>
                <a:spcPts val="0"/>
              </a:spcAft>
              <a:buClr>
                <a:schemeClr val="dk1"/>
              </a:buClr>
              <a:buSzPts val="1400"/>
              <a:buFont typeface="Arial"/>
              <a:buNone/>
            </a:pPr>
            <a:r>
              <a:rPr lang="en" dirty="0">
                <a:solidFill>
                  <a:srgbClr val="37474F"/>
                </a:solidFill>
              </a:rPr>
              <a:t>}</a:t>
            </a:r>
            <a:endParaRPr dirty="0">
              <a:latin typeface="HONOR Sans CN" panose="02000500000000000000" pitchFamily="2" charset="-122"/>
              <a:ea typeface="HONOR Sans CN" panose="02000500000000000000" pitchFamily="2" charset="-122"/>
              <a:cs typeface="Arial"/>
              <a:sym typeface="Arial"/>
            </a:endParaRPr>
          </a:p>
          <a:p>
            <a:pPr marL="0" lvl="0" indent="0" algn="l" rtl="0">
              <a:spcBef>
                <a:spcPts val="400"/>
              </a:spcBef>
              <a:spcAft>
                <a:spcPts val="400"/>
              </a:spcAft>
              <a:buNone/>
            </a:pPr>
            <a:endParaRPr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26"/>
          <p:cNvSpPr txBox="1">
            <a:spLocks noGrp="1"/>
          </p:cNvSpPr>
          <p:nvPr>
            <p:ph type="title"/>
          </p:nvPr>
        </p:nvSpPr>
        <p:spPr>
          <a:xfrm>
            <a:off x="292608" y="292608"/>
            <a:ext cx="8503800" cy="457200"/>
          </a:xfrm>
          <a:prstGeom prst="rect">
            <a:avLst/>
          </a:prstGeom>
          <a:noFill/>
          <a:ln>
            <a:noFill/>
          </a:ln>
        </p:spPr>
        <p:txBody>
          <a:bodyPr spcFirstLastPara="1" wrap="square" lIns="0" tIns="91425" rIns="0" bIns="91425" anchor="t" anchorCtr="0">
            <a:noAutofit/>
          </a:bodyPr>
          <a:lstStyle/>
          <a:p>
            <a:pPr marL="0" lvl="0" indent="0" algn="l" rtl="0">
              <a:spcBef>
                <a:spcPts val="0"/>
              </a:spcBef>
              <a:spcAft>
                <a:spcPts val="0"/>
              </a:spcAft>
              <a:buSzPts val="2800"/>
              <a:buNone/>
            </a:pPr>
            <a:r>
              <a:rPr lang="zh-CN" altLang="en-US" dirty="0"/>
              <a:t>区间</a:t>
            </a:r>
            <a:endParaRPr dirty="0"/>
          </a:p>
        </p:txBody>
      </p:sp>
      <p:sp>
        <p:nvSpPr>
          <p:cNvPr id="151" name="Google Shape;151;p26"/>
          <p:cNvSpPr txBox="1">
            <a:spLocks noGrp="1"/>
          </p:cNvSpPr>
          <p:nvPr>
            <p:ph type="body" idx="1"/>
          </p:nvPr>
        </p:nvSpPr>
        <p:spPr>
          <a:xfrm>
            <a:off x="292608" y="1335024"/>
            <a:ext cx="8419800" cy="2615400"/>
          </a:xfrm>
          <a:prstGeom prst="rect">
            <a:avLst/>
          </a:prstGeom>
        </p:spPr>
        <p:txBody>
          <a:bodyPr spcFirstLastPara="1" wrap="square" lIns="0" tIns="73150" rIns="0" bIns="0" anchor="t" anchorCtr="0">
            <a:noAutofit/>
          </a:bodyPr>
          <a:lstStyle/>
          <a:p>
            <a:pPr marL="0" lvl="0" indent="0" algn="l" rtl="0">
              <a:spcBef>
                <a:spcPts val="0"/>
              </a:spcBef>
              <a:spcAft>
                <a:spcPts val="0"/>
              </a:spcAft>
              <a:buClr>
                <a:schemeClr val="dk1"/>
              </a:buClr>
              <a:buSzPts val="1100"/>
              <a:buFont typeface="Arial"/>
              <a:buNone/>
            </a:pPr>
            <a:r>
              <a:rPr lang="en" sz="1100" dirty="0">
                <a:solidFill>
                  <a:srgbClr val="3F51B5"/>
                </a:solidFill>
                <a:latin typeface="JetBrains Mono"/>
                <a:ea typeface="JetBrains Mono"/>
                <a:cs typeface="JetBrains Mono"/>
                <a:sym typeface="JetBrains Mono"/>
              </a:rPr>
              <a:t>val</a:t>
            </a:r>
            <a:r>
              <a:rPr lang="en" sz="1100" dirty="0">
                <a:solidFill>
                  <a:srgbClr val="37474F"/>
                </a:solidFill>
                <a:latin typeface="JetBrains Mono"/>
                <a:ea typeface="JetBrains Mono"/>
                <a:cs typeface="JetBrains Mono"/>
                <a:sym typeface="JetBrains Mono"/>
              </a:rPr>
              <a:t> x = 10</a:t>
            </a:r>
            <a:endParaRPr sz="1100" dirty="0">
              <a:solidFill>
                <a:srgbClr val="37474F"/>
              </a:solidFill>
              <a:latin typeface="JetBrains Mono"/>
              <a:ea typeface="JetBrains Mono"/>
              <a:cs typeface="JetBrains Mono"/>
              <a:sym typeface="JetBrains Mono"/>
            </a:endParaRPr>
          </a:p>
          <a:p>
            <a:pPr marL="0" lvl="0" indent="0" algn="l" rtl="0">
              <a:spcBef>
                <a:spcPts val="200"/>
              </a:spcBef>
              <a:spcAft>
                <a:spcPts val="0"/>
              </a:spcAft>
              <a:buClr>
                <a:schemeClr val="dk1"/>
              </a:buClr>
              <a:buSzPts val="1100"/>
              <a:buFont typeface="Arial"/>
              <a:buNone/>
            </a:pPr>
            <a:r>
              <a:rPr lang="en" sz="1100" dirty="0">
                <a:solidFill>
                  <a:srgbClr val="3F51B5"/>
                </a:solidFill>
                <a:latin typeface="JetBrains Mono"/>
                <a:ea typeface="JetBrains Mono"/>
                <a:cs typeface="JetBrains Mono"/>
                <a:sym typeface="JetBrains Mono"/>
              </a:rPr>
              <a:t>if</a:t>
            </a:r>
            <a:r>
              <a:rPr lang="en" sz="1100" dirty="0">
                <a:solidFill>
                  <a:srgbClr val="37474F"/>
                </a:solidFill>
                <a:latin typeface="JetBrains Mono"/>
                <a:ea typeface="JetBrains Mono"/>
                <a:cs typeface="JetBrains Mono"/>
                <a:sym typeface="JetBrains Mono"/>
              </a:rPr>
              <a:t> (x </a:t>
            </a:r>
            <a:r>
              <a:rPr lang="en" sz="1100" dirty="0">
                <a:solidFill>
                  <a:srgbClr val="3F51B5"/>
                </a:solidFill>
                <a:latin typeface="JetBrains Mono"/>
                <a:ea typeface="JetBrains Mono"/>
                <a:cs typeface="JetBrains Mono"/>
                <a:sym typeface="JetBrains Mono"/>
              </a:rPr>
              <a:t>in</a:t>
            </a:r>
            <a:r>
              <a:rPr lang="en" sz="1100" dirty="0">
                <a:solidFill>
                  <a:srgbClr val="37474F"/>
                </a:solidFill>
                <a:latin typeface="JetBrains Mono"/>
                <a:ea typeface="JetBrains Mono"/>
                <a:cs typeface="JetBrains Mono"/>
                <a:sym typeface="JetBrains Mono"/>
              </a:rPr>
              <a:t> 1..10) {</a:t>
            </a:r>
            <a:endParaRPr sz="1100" dirty="0">
              <a:solidFill>
                <a:srgbClr val="37474F"/>
              </a:solidFill>
              <a:latin typeface="JetBrains Mono"/>
              <a:ea typeface="JetBrains Mono"/>
              <a:cs typeface="JetBrains Mono"/>
              <a:sym typeface="JetBrains Mono"/>
            </a:endParaRPr>
          </a:p>
          <a:p>
            <a:pPr marL="0" lvl="0" indent="0" algn="l" rtl="0">
              <a:spcBef>
                <a:spcPts val="200"/>
              </a:spcBef>
              <a:spcAft>
                <a:spcPts val="0"/>
              </a:spcAft>
              <a:buClr>
                <a:schemeClr val="dk1"/>
              </a:buClr>
              <a:buSzPts val="1100"/>
              <a:buFont typeface="Arial"/>
              <a:buNone/>
            </a:pPr>
            <a:r>
              <a:rPr lang="en" sz="1100" dirty="0">
                <a:solidFill>
                  <a:srgbClr val="37474F"/>
                </a:solidFill>
                <a:latin typeface="JetBrains Mono"/>
                <a:ea typeface="JetBrains Mono"/>
                <a:cs typeface="JetBrains Mono"/>
                <a:sym typeface="JetBrains Mono"/>
              </a:rPr>
              <a:t>    println(</a:t>
            </a:r>
            <a:r>
              <a:rPr lang="en" sz="1100" dirty="0">
                <a:solidFill>
                  <a:srgbClr val="388E3C"/>
                </a:solidFill>
                <a:latin typeface="JetBrains Mono"/>
                <a:ea typeface="JetBrains Mono"/>
                <a:cs typeface="JetBrains Mono"/>
                <a:sym typeface="JetBrains Mono"/>
              </a:rPr>
              <a:t>"fits in range"</a:t>
            </a:r>
            <a:r>
              <a:rPr lang="en" sz="1100" dirty="0">
                <a:solidFill>
                  <a:srgbClr val="37474F"/>
                </a:solidFill>
                <a:latin typeface="JetBrains Mono"/>
                <a:ea typeface="JetBrains Mono"/>
                <a:cs typeface="JetBrains Mono"/>
                <a:sym typeface="JetBrains Mono"/>
              </a:rPr>
              <a:t>)</a:t>
            </a:r>
            <a:endParaRPr sz="1100" dirty="0">
              <a:solidFill>
                <a:srgbClr val="3F51B5"/>
              </a:solidFill>
              <a:latin typeface="JetBrains Mono"/>
              <a:ea typeface="JetBrains Mono"/>
              <a:cs typeface="JetBrains Mono"/>
              <a:sym typeface="JetBrains Mono"/>
            </a:endParaRPr>
          </a:p>
          <a:p>
            <a:pPr marL="0" lvl="0" indent="0" algn="l" rtl="0">
              <a:spcBef>
                <a:spcPts val="200"/>
              </a:spcBef>
              <a:spcAft>
                <a:spcPts val="0"/>
              </a:spcAft>
              <a:buClr>
                <a:schemeClr val="dk1"/>
              </a:buClr>
              <a:buSzPts val="1800"/>
              <a:buFont typeface="Arial"/>
              <a:buNone/>
            </a:pPr>
            <a:r>
              <a:rPr lang="en" sz="1100" dirty="0">
                <a:solidFill>
                  <a:srgbClr val="37474F"/>
                </a:solidFill>
                <a:latin typeface="JetBrains Mono"/>
                <a:ea typeface="JetBrains Mono"/>
                <a:cs typeface="JetBrains Mono"/>
                <a:sym typeface="JetBrains Mono"/>
              </a:rPr>
              <a:t>}</a:t>
            </a:r>
            <a:endParaRPr sz="1100" dirty="0">
              <a:solidFill>
                <a:srgbClr val="37474F"/>
              </a:solidFill>
              <a:latin typeface="JetBrains Mono"/>
              <a:ea typeface="JetBrains Mono"/>
              <a:cs typeface="JetBrains Mono"/>
              <a:sym typeface="JetBrains Mono"/>
            </a:endParaRPr>
          </a:p>
          <a:p>
            <a:pPr marL="0" lvl="0" indent="0" algn="l" rtl="0">
              <a:spcBef>
                <a:spcPts val="200"/>
              </a:spcBef>
              <a:spcAft>
                <a:spcPts val="0"/>
              </a:spcAft>
              <a:buClr>
                <a:schemeClr val="dk1"/>
              </a:buClr>
              <a:buSzPts val="1800"/>
              <a:buFont typeface="Arial"/>
              <a:buNone/>
            </a:pPr>
            <a:endParaRPr sz="1100" dirty="0">
              <a:solidFill>
                <a:srgbClr val="37474F"/>
              </a:solidFill>
              <a:latin typeface="JetBrains Mono"/>
              <a:ea typeface="JetBrains Mono"/>
              <a:cs typeface="JetBrains Mono"/>
              <a:sym typeface="JetBrains Mono"/>
            </a:endParaRPr>
          </a:p>
          <a:p>
            <a:pPr marL="0" lvl="0" indent="0" algn="l" rtl="0">
              <a:spcBef>
                <a:spcPts val="200"/>
              </a:spcBef>
              <a:spcAft>
                <a:spcPts val="0"/>
              </a:spcAft>
              <a:buClr>
                <a:schemeClr val="dk1"/>
              </a:buClr>
              <a:buSzPts val="1800"/>
              <a:buFont typeface="Arial"/>
              <a:buNone/>
            </a:pPr>
            <a:r>
              <a:rPr lang="en" sz="1100" dirty="0">
                <a:solidFill>
                  <a:srgbClr val="3F51B5"/>
                </a:solidFill>
                <a:latin typeface="JetBrains Mono"/>
                <a:ea typeface="JetBrains Mono"/>
                <a:cs typeface="JetBrains Mono"/>
                <a:sym typeface="JetBrains Mono"/>
              </a:rPr>
              <a:t>for</a:t>
            </a:r>
            <a:r>
              <a:rPr lang="en" sz="1100" dirty="0">
                <a:solidFill>
                  <a:srgbClr val="37474F"/>
                </a:solidFill>
                <a:latin typeface="JetBrains Mono"/>
                <a:ea typeface="JetBrains Mono"/>
                <a:cs typeface="JetBrains Mono"/>
                <a:sym typeface="JetBrains Mono"/>
              </a:rPr>
              <a:t> (x </a:t>
            </a:r>
            <a:r>
              <a:rPr lang="en" sz="1100" dirty="0">
                <a:solidFill>
                  <a:srgbClr val="3F51B5"/>
                </a:solidFill>
                <a:latin typeface="JetBrains Mono"/>
                <a:ea typeface="JetBrains Mono"/>
                <a:cs typeface="JetBrains Mono"/>
                <a:sym typeface="JetBrains Mono"/>
              </a:rPr>
              <a:t>in</a:t>
            </a:r>
            <a:r>
              <a:rPr lang="en" sz="1100" dirty="0">
                <a:solidFill>
                  <a:srgbClr val="37474F"/>
                </a:solidFill>
                <a:latin typeface="JetBrains Mono"/>
                <a:ea typeface="JetBrains Mono"/>
                <a:cs typeface="JetBrains Mono"/>
                <a:sym typeface="JetBrains Mono"/>
              </a:rPr>
              <a:t> 1..5) {</a:t>
            </a:r>
            <a:endParaRPr sz="1100" dirty="0">
              <a:solidFill>
                <a:srgbClr val="37474F"/>
              </a:solidFill>
              <a:latin typeface="JetBrains Mono"/>
              <a:ea typeface="JetBrains Mono"/>
              <a:cs typeface="JetBrains Mono"/>
              <a:sym typeface="JetBrains Mono"/>
            </a:endParaRPr>
          </a:p>
          <a:p>
            <a:pPr marL="0" lvl="0" indent="0" algn="l" rtl="0">
              <a:spcBef>
                <a:spcPts val="200"/>
              </a:spcBef>
              <a:spcAft>
                <a:spcPts val="0"/>
              </a:spcAft>
              <a:buClr>
                <a:schemeClr val="dk1"/>
              </a:buClr>
              <a:buSzPts val="1800"/>
              <a:buFont typeface="Arial"/>
              <a:buNone/>
            </a:pPr>
            <a:r>
              <a:rPr lang="en" sz="1100" dirty="0">
                <a:solidFill>
                  <a:srgbClr val="37474F"/>
                </a:solidFill>
                <a:latin typeface="JetBrains Mono"/>
                <a:ea typeface="JetBrains Mono"/>
                <a:cs typeface="JetBrains Mono"/>
                <a:sym typeface="JetBrains Mono"/>
              </a:rPr>
              <a:t>    print(x)</a:t>
            </a:r>
            <a:endParaRPr sz="1100" dirty="0">
              <a:solidFill>
                <a:srgbClr val="37474F"/>
              </a:solidFill>
              <a:latin typeface="JetBrains Mono"/>
              <a:ea typeface="JetBrains Mono"/>
              <a:cs typeface="JetBrains Mono"/>
              <a:sym typeface="JetBrains Mono"/>
            </a:endParaRPr>
          </a:p>
          <a:p>
            <a:pPr marL="0" lvl="0" indent="0" algn="l" rtl="0">
              <a:spcBef>
                <a:spcPts val="200"/>
              </a:spcBef>
              <a:spcAft>
                <a:spcPts val="0"/>
              </a:spcAft>
              <a:buClr>
                <a:schemeClr val="dk1"/>
              </a:buClr>
              <a:buSzPts val="1800"/>
              <a:buFont typeface="Arial"/>
              <a:buNone/>
            </a:pPr>
            <a:r>
              <a:rPr lang="en" sz="1100" dirty="0">
                <a:solidFill>
                  <a:srgbClr val="37474F"/>
                </a:solidFill>
                <a:latin typeface="JetBrains Mono"/>
                <a:ea typeface="JetBrains Mono"/>
                <a:cs typeface="JetBrains Mono"/>
                <a:sym typeface="JetBrains Mono"/>
              </a:rPr>
              <a:t>}</a:t>
            </a:r>
            <a:endParaRPr sz="1100" dirty="0">
              <a:solidFill>
                <a:srgbClr val="37474F"/>
              </a:solidFill>
              <a:latin typeface="JetBrains Mono"/>
              <a:ea typeface="JetBrains Mono"/>
              <a:cs typeface="JetBrains Mono"/>
              <a:sym typeface="JetBrains Mono"/>
            </a:endParaRPr>
          </a:p>
          <a:p>
            <a:pPr marL="0" lvl="0" indent="0" algn="l" rtl="0">
              <a:spcBef>
                <a:spcPts val="200"/>
              </a:spcBef>
              <a:spcAft>
                <a:spcPts val="0"/>
              </a:spcAft>
              <a:buClr>
                <a:schemeClr val="dk1"/>
              </a:buClr>
              <a:buSzPts val="1800"/>
              <a:buFont typeface="Arial"/>
              <a:buNone/>
            </a:pPr>
            <a:endParaRPr sz="1100" dirty="0">
              <a:solidFill>
                <a:srgbClr val="37474F"/>
              </a:solidFill>
              <a:latin typeface="JetBrains Mono"/>
              <a:ea typeface="JetBrains Mono"/>
              <a:cs typeface="JetBrains Mono"/>
              <a:sym typeface="JetBrains Mono"/>
            </a:endParaRPr>
          </a:p>
          <a:p>
            <a:pPr marL="0" lvl="0" indent="0" algn="l" rtl="0">
              <a:spcBef>
                <a:spcPts val="200"/>
              </a:spcBef>
              <a:spcAft>
                <a:spcPts val="0"/>
              </a:spcAft>
              <a:buClr>
                <a:schemeClr val="dk1"/>
              </a:buClr>
              <a:buSzPts val="1800"/>
              <a:buFont typeface="Arial"/>
              <a:buNone/>
            </a:pPr>
            <a:r>
              <a:rPr lang="en" sz="1100" dirty="0">
                <a:solidFill>
                  <a:srgbClr val="3F51B5"/>
                </a:solidFill>
                <a:latin typeface="JetBrains Mono"/>
                <a:ea typeface="JetBrains Mono"/>
                <a:cs typeface="JetBrains Mono"/>
                <a:sym typeface="JetBrains Mono"/>
              </a:rPr>
              <a:t>for</a:t>
            </a:r>
            <a:r>
              <a:rPr lang="en" sz="1100" dirty="0">
                <a:solidFill>
                  <a:srgbClr val="37474F"/>
                </a:solidFill>
                <a:latin typeface="JetBrains Mono"/>
                <a:ea typeface="JetBrains Mono"/>
                <a:cs typeface="JetBrains Mono"/>
                <a:sym typeface="JetBrains Mono"/>
              </a:rPr>
              <a:t> (x </a:t>
            </a:r>
            <a:r>
              <a:rPr lang="en" sz="1100" dirty="0">
                <a:solidFill>
                  <a:srgbClr val="3F51B5"/>
                </a:solidFill>
                <a:latin typeface="JetBrains Mono"/>
                <a:ea typeface="JetBrains Mono"/>
                <a:cs typeface="JetBrains Mono"/>
                <a:sym typeface="JetBrains Mono"/>
              </a:rPr>
              <a:t>in</a:t>
            </a:r>
            <a:r>
              <a:rPr lang="en" sz="1100" dirty="0">
                <a:solidFill>
                  <a:srgbClr val="37474F"/>
                </a:solidFill>
                <a:latin typeface="JetBrains Mono"/>
                <a:ea typeface="JetBrains Mono"/>
                <a:cs typeface="JetBrains Mono"/>
                <a:sym typeface="JetBrains Mono"/>
              </a:rPr>
              <a:t> 9 downTo 0 step 3) {</a:t>
            </a:r>
            <a:endParaRPr sz="1100" dirty="0">
              <a:solidFill>
                <a:srgbClr val="37474F"/>
              </a:solidFill>
              <a:latin typeface="JetBrains Mono"/>
              <a:ea typeface="JetBrains Mono"/>
              <a:cs typeface="JetBrains Mono"/>
              <a:sym typeface="JetBrains Mono"/>
            </a:endParaRPr>
          </a:p>
          <a:p>
            <a:pPr marL="0" lvl="0" indent="0" algn="l" rtl="0">
              <a:spcBef>
                <a:spcPts val="200"/>
              </a:spcBef>
              <a:spcAft>
                <a:spcPts val="0"/>
              </a:spcAft>
              <a:buClr>
                <a:schemeClr val="dk1"/>
              </a:buClr>
              <a:buSzPts val="1800"/>
              <a:buFont typeface="Arial"/>
              <a:buNone/>
            </a:pPr>
            <a:r>
              <a:rPr lang="en" sz="1100" dirty="0">
                <a:solidFill>
                  <a:srgbClr val="37474F"/>
                </a:solidFill>
                <a:latin typeface="JetBrains Mono"/>
                <a:ea typeface="JetBrains Mono"/>
                <a:cs typeface="JetBrains Mono"/>
                <a:sym typeface="JetBrains Mono"/>
              </a:rPr>
              <a:t>    print(x)</a:t>
            </a:r>
            <a:endParaRPr sz="1100" dirty="0">
              <a:solidFill>
                <a:srgbClr val="37474F"/>
              </a:solidFill>
              <a:latin typeface="JetBrains Mono"/>
              <a:ea typeface="JetBrains Mono"/>
              <a:cs typeface="JetBrains Mono"/>
              <a:sym typeface="JetBrains Mono"/>
            </a:endParaRPr>
          </a:p>
          <a:p>
            <a:pPr marL="0" lvl="0" indent="0" algn="l" rtl="0">
              <a:spcBef>
                <a:spcPts val="200"/>
              </a:spcBef>
              <a:spcAft>
                <a:spcPts val="0"/>
              </a:spcAft>
              <a:buClr>
                <a:schemeClr val="dk1"/>
              </a:buClr>
              <a:buSzPts val="1800"/>
              <a:buFont typeface="Arial"/>
              <a:buNone/>
            </a:pPr>
            <a:r>
              <a:rPr lang="en" sz="1100" dirty="0">
                <a:solidFill>
                  <a:srgbClr val="37474F"/>
                </a:solidFill>
                <a:latin typeface="JetBrains Mono"/>
                <a:ea typeface="JetBrains Mono"/>
                <a:cs typeface="JetBrains Mono"/>
                <a:sym typeface="JetBrains Mono"/>
              </a:rPr>
              <a:t>}</a:t>
            </a:r>
            <a:endParaRPr sz="1100" dirty="0">
              <a:solidFill>
                <a:srgbClr val="37474F"/>
              </a:solidFill>
              <a:latin typeface="JetBrains Mono"/>
              <a:ea typeface="JetBrains Mono"/>
              <a:cs typeface="JetBrains Mono"/>
              <a:sym typeface="JetBrains Mono"/>
            </a:endParaRPr>
          </a:p>
          <a:p>
            <a:pPr marL="0" lvl="0" indent="0" algn="l" rtl="0">
              <a:spcBef>
                <a:spcPts val="200"/>
              </a:spcBef>
              <a:spcAft>
                <a:spcPts val="0"/>
              </a:spcAft>
              <a:buClr>
                <a:schemeClr val="dk1"/>
              </a:buClr>
              <a:buSzPts val="1800"/>
              <a:buFont typeface="Arial"/>
              <a:buNone/>
            </a:pPr>
            <a:endParaRPr sz="1100" dirty="0">
              <a:solidFill>
                <a:srgbClr val="37474F"/>
              </a:solidFill>
              <a:latin typeface="JetBrains Mono"/>
              <a:ea typeface="JetBrains Mono"/>
              <a:cs typeface="JetBrains Mono"/>
              <a:sym typeface="JetBrains Mono"/>
            </a:endParaRPr>
          </a:p>
          <a:p>
            <a:pPr marL="0" lvl="0" indent="0" algn="l" rtl="0">
              <a:spcBef>
                <a:spcPts val="200"/>
              </a:spcBef>
              <a:spcAft>
                <a:spcPts val="0"/>
              </a:spcAft>
              <a:buClr>
                <a:schemeClr val="dk1"/>
              </a:buClr>
              <a:buSzPts val="1800"/>
              <a:buFont typeface="Arial"/>
              <a:buNone/>
            </a:pPr>
            <a:r>
              <a:rPr lang="en" dirty="0">
                <a:solidFill>
                  <a:srgbClr val="37474F"/>
                </a:solidFill>
                <a:latin typeface="JetBrains Mono"/>
                <a:ea typeface="JetBrains Mono"/>
                <a:cs typeface="JetBrains Mono"/>
                <a:sym typeface="JetBrains Mono"/>
              </a:rPr>
              <a:t>downTo</a:t>
            </a:r>
            <a:r>
              <a:rPr lang="en" dirty="0">
                <a:sym typeface="JetBrains Mono"/>
              </a:rPr>
              <a:t> </a:t>
            </a:r>
            <a:r>
              <a:rPr lang="zh-CN" altLang="en-US" dirty="0"/>
              <a:t>和</a:t>
            </a:r>
            <a:r>
              <a:rPr lang="en" dirty="0"/>
              <a:t> </a:t>
            </a:r>
            <a:r>
              <a:rPr lang="en" dirty="0">
                <a:solidFill>
                  <a:srgbClr val="37474F"/>
                </a:solidFill>
                <a:latin typeface="JetBrains Mono"/>
                <a:ea typeface="JetBrains Mono"/>
                <a:cs typeface="JetBrains Mono"/>
                <a:sym typeface="JetBrains Mono"/>
              </a:rPr>
              <a:t>step</a:t>
            </a:r>
            <a:r>
              <a:rPr lang="en" dirty="0">
                <a:sym typeface="JetBrains Mono"/>
              </a:rPr>
              <a:t> </a:t>
            </a:r>
            <a:r>
              <a:rPr lang="zh-CN" altLang="en-US" dirty="0">
                <a:solidFill>
                  <a:srgbClr val="37474F"/>
                </a:solidFill>
              </a:rPr>
              <a:t>是扩展函数，而不是关键字。</a:t>
            </a:r>
            <a:endParaRPr lang="en-US" altLang="zh-CN" dirty="0">
              <a:solidFill>
                <a:srgbClr val="37474F"/>
              </a:solidFill>
            </a:endParaRPr>
          </a:p>
          <a:p>
            <a:pPr marL="0" lvl="0" indent="0" algn="l" rtl="0">
              <a:spcBef>
                <a:spcPts val="200"/>
              </a:spcBef>
              <a:spcAft>
                <a:spcPts val="0"/>
              </a:spcAft>
              <a:buClr>
                <a:schemeClr val="dk1"/>
              </a:buClr>
              <a:buSzPts val="1800"/>
              <a:buFont typeface="Arial"/>
              <a:buNone/>
            </a:pPr>
            <a:r>
              <a:rPr lang="en" dirty="0">
                <a:solidFill>
                  <a:srgbClr val="37474F"/>
                </a:solidFill>
                <a:latin typeface="JetBrains Mono"/>
                <a:ea typeface="JetBrains Mono"/>
                <a:cs typeface="JetBrains Mono"/>
                <a:sym typeface="JetBrains Mono"/>
              </a:rPr>
              <a:t>‘..’</a:t>
            </a:r>
            <a:r>
              <a:rPr lang="en" dirty="0">
                <a:solidFill>
                  <a:srgbClr val="37474F"/>
                </a:solidFill>
              </a:rPr>
              <a:t> </a:t>
            </a:r>
            <a:r>
              <a:rPr lang="zh-CN" altLang="en-US" dirty="0"/>
              <a:t>实际上是 </a:t>
            </a:r>
            <a:r>
              <a:rPr lang="en" dirty="0">
                <a:solidFill>
                  <a:srgbClr val="37474F"/>
                </a:solidFill>
                <a:latin typeface="JetBrains Mono"/>
                <a:ea typeface="JetBrains Mono"/>
                <a:cs typeface="JetBrains Mono"/>
                <a:sym typeface="JetBrains Mono"/>
              </a:rPr>
              <a:t>T.rangeTo(that: T)</a:t>
            </a:r>
            <a:endParaRPr dirty="0"/>
          </a:p>
          <a:p>
            <a:pPr marL="0" lvl="0" indent="0" algn="l" rtl="0">
              <a:spcBef>
                <a:spcPts val="200"/>
              </a:spcBef>
              <a:spcAft>
                <a:spcPts val="200"/>
              </a:spcAft>
              <a:buNone/>
            </a:pPr>
            <a:endParaRPr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p27"/>
          <p:cNvSpPr txBox="1">
            <a:spLocks noGrp="1"/>
          </p:cNvSpPr>
          <p:nvPr>
            <p:ph type="title"/>
          </p:nvPr>
        </p:nvSpPr>
        <p:spPr>
          <a:xfrm>
            <a:off x="292608" y="292608"/>
            <a:ext cx="8503800" cy="457200"/>
          </a:xfrm>
          <a:prstGeom prst="rect">
            <a:avLst/>
          </a:prstGeom>
          <a:noFill/>
          <a:ln>
            <a:noFill/>
          </a:ln>
        </p:spPr>
        <p:txBody>
          <a:bodyPr spcFirstLastPara="1" wrap="square" lIns="0" tIns="91425" rIns="0" bIns="91425" anchor="t" anchorCtr="0">
            <a:noAutofit/>
          </a:bodyPr>
          <a:lstStyle/>
          <a:p>
            <a:pPr marL="0" lvl="0" indent="0" algn="l" rtl="0">
              <a:spcBef>
                <a:spcPts val="0"/>
              </a:spcBef>
              <a:spcAft>
                <a:spcPts val="0"/>
              </a:spcAft>
              <a:buClr>
                <a:schemeClr val="dk1"/>
              </a:buClr>
              <a:buSzPts val="2800"/>
              <a:buFont typeface="Arial"/>
              <a:buNone/>
            </a:pPr>
            <a:r>
              <a:rPr lang="zh-CN" altLang="en-US" dirty="0"/>
              <a:t>空安全</a:t>
            </a:r>
            <a:endParaRPr dirty="0"/>
          </a:p>
        </p:txBody>
      </p:sp>
      <p:sp>
        <p:nvSpPr>
          <p:cNvPr id="157" name="Google Shape;157;p27"/>
          <p:cNvSpPr txBox="1">
            <a:spLocks noGrp="1"/>
          </p:cNvSpPr>
          <p:nvPr>
            <p:ph type="body" idx="1"/>
          </p:nvPr>
        </p:nvSpPr>
        <p:spPr>
          <a:xfrm>
            <a:off x="292608" y="1335024"/>
            <a:ext cx="8328900" cy="2377500"/>
          </a:xfrm>
          <a:prstGeom prst="rect">
            <a:avLst/>
          </a:prstGeom>
        </p:spPr>
        <p:txBody>
          <a:bodyPr spcFirstLastPara="1" wrap="square" lIns="0" tIns="73150" rIns="0" bIns="0" anchor="t" anchorCtr="0">
            <a:noAutofit/>
          </a:bodyPr>
          <a:lstStyle/>
          <a:p>
            <a:pPr marL="0" lvl="0" indent="0" algn="l" rtl="0">
              <a:lnSpc>
                <a:spcPct val="115000"/>
              </a:lnSpc>
              <a:spcBef>
                <a:spcPts val="0"/>
              </a:spcBef>
              <a:spcAft>
                <a:spcPts val="0"/>
              </a:spcAft>
              <a:buClr>
                <a:schemeClr val="dk1"/>
              </a:buClr>
              <a:buSzPts val="1800"/>
              <a:buFont typeface="Arial"/>
              <a:buNone/>
            </a:pPr>
            <a:r>
              <a:rPr lang="en" sz="1100">
                <a:solidFill>
                  <a:srgbClr val="3F51B5"/>
                </a:solidFill>
              </a:rPr>
              <a:t>val</a:t>
            </a:r>
            <a:r>
              <a:rPr lang="en" sz="1100">
                <a:solidFill>
                  <a:srgbClr val="37474F"/>
                </a:solidFill>
              </a:rPr>
              <a:t> notNullText: String = </a:t>
            </a:r>
            <a:r>
              <a:rPr lang="en" sz="1100">
                <a:solidFill>
                  <a:srgbClr val="388E3C"/>
                </a:solidFill>
              </a:rPr>
              <a:t>"Definitely not null"</a:t>
            </a:r>
            <a:endParaRPr sz="1100">
              <a:solidFill>
                <a:srgbClr val="37474F"/>
              </a:solidFill>
            </a:endParaRPr>
          </a:p>
          <a:p>
            <a:pPr marL="0" lvl="0" indent="0" algn="l" rtl="0">
              <a:lnSpc>
                <a:spcPct val="115000"/>
              </a:lnSpc>
              <a:spcBef>
                <a:spcPts val="200"/>
              </a:spcBef>
              <a:spcAft>
                <a:spcPts val="0"/>
              </a:spcAft>
              <a:buClr>
                <a:schemeClr val="dk1"/>
              </a:buClr>
              <a:buSzPts val="1800"/>
              <a:buFont typeface="Arial"/>
              <a:buNone/>
            </a:pPr>
            <a:r>
              <a:rPr lang="en" sz="1100">
                <a:solidFill>
                  <a:srgbClr val="3F51B5"/>
                </a:solidFill>
              </a:rPr>
              <a:t>val</a:t>
            </a:r>
            <a:r>
              <a:rPr lang="en" sz="1100">
                <a:solidFill>
                  <a:srgbClr val="37474F"/>
                </a:solidFill>
              </a:rPr>
              <a:t> nullableText1: String? = </a:t>
            </a:r>
            <a:r>
              <a:rPr lang="en" sz="1100">
                <a:solidFill>
                  <a:srgbClr val="388E3C"/>
                </a:solidFill>
              </a:rPr>
              <a:t>"Might be null"</a:t>
            </a:r>
            <a:endParaRPr sz="1100">
              <a:solidFill>
                <a:srgbClr val="37474F"/>
              </a:solidFill>
            </a:endParaRPr>
          </a:p>
          <a:p>
            <a:pPr marL="0" lvl="0" indent="0" algn="l" rtl="0">
              <a:lnSpc>
                <a:spcPct val="115000"/>
              </a:lnSpc>
              <a:spcBef>
                <a:spcPts val="200"/>
              </a:spcBef>
              <a:spcAft>
                <a:spcPts val="0"/>
              </a:spcAft>
              <a:buClr>
                <a:schemeClr val="dk1"/>
              </a:buClr>
              <a:buSzPts val="1800"/>
              <a:buFont typeface="Arial"/>
              <a:buNone/>
            </a:pPr>
            <a:r>
              <a:rPr lang="en" sz="1100">
                <a:solidFill>
                  <a:srgbClr val="3F51B5"/>
                </a:solidFill>
              </a:rPr>
              <a:t>val</a:t>
            </a:r>
            <a:r>
              <a:rPr lang="en" sz="1100">
                <a:solidFill>
                  <a:srgbClr val="37474F"/>
                </a:solidFill>
              </a:rPr>
              <a:t> nullableText2: String? = </a:t>
            </a:r>
            <a:r>
              <a:rPr lang="en" sz="1100">
                <a:solidFill>
                  <a:srgbClr val="3F51B5"/>
                </a:solidFill>
              </a:rPr>
              <a:t>null</a:t>
            </a:r>
            <a:endParaRPr sz="1100">
              <a:solidFill>
                <a:srgbClr val="3F51B5"/>
              </a:solidFill>
            </a:endParaRPr>
          </a:p>
          <a:p>
            <a:pPr marL="0" lvl="0" indent="0" algn="l" rtl="0">
              <a:lnSpc>
                <a:spcPct val="115000"/>
              </a:lnSpc>
              <a:spcBef>
                <a:spcPts val="200"/>
              </a:spcBef>
              <a:spcAft>
                <a:spcPts val="0"/>
              </a:spcAft>
              <a:buClr>
                <a:schemeClr val="dk1"/>
              </a:buClr>
              <a:buSzPts val="1800"/>
              <a:buFont typeface="Arial"/>
              <a:buNone/>
            </a:pPr>
            <a:endParaRPr sz="1100">
              <a:solidFill>
                <a:srgbClr val="3F51B5"/>
              </a:solidFill>
            </a:endParaRPr>
          </a:p>
          <a:p>
            <a:pPr marL="0" lvl="0" indent="0" algn="l" rtl="0">
              <a:lnSpc>
                <a:spcPct val="115000"/>
              </a:lnSpc>
              <a:spcBef>
                <a:spcPts val="200"/>
              </a:spcBef>
              <a:spcAft>
                <a:spcPts val="0"/>
              </a:spcAft>
              <a:buClr>
                <a:schemeClr val="dk1"/>
              </a:buClr>
              <a:buSzPts val="1800"/>
              <a:buFont typeface="Arial"/>
              <a:buNone/>
            </a:pPr>
            <a:r>
              <a:rPr lang="en" sz="1100">
                <a:solidFill>
                  <a:srgbClr val="3F51B5"/>
                </a:solidFill>
              </a:rPr>
              <a:t>fun</a:t>
            </a:r>
            <a:r>
              <a:rPr lang="en" sz="1100">
                <a:solidFill>
                  <a:srgbClr val="37474F"/>
                </a:solidFill>
              </a:rPr>
              <a:t> funny(text: String?) {</a:t>
            </a:r>
            <a:endParaRPr sz="1100">
              <a:solidFill>
                <a:srgbClr val="37474F"/>
              </a:solidFill>
            </a:endParaRPr>
          </a:p>
          <a:p>
            <a:pPr marL="0" lvl="0" indent="0" algn="l" rtl="0">
              <a:lnSpc>
                <a:spcPct val="115000"/>
              </a:lnSpc>
              <a:spcBef>
                <a:spcPts val="200"/>
              </a:spcBef>
              <a:spcAft>
                <a:spcPts val="0"/>
              </a:spcAft>
              <a:buClr>
                <a:schemeClr val="dk1"/>
              </a:buClr>
              <a:buSzPts val="1800"/>
              <a:buFont typeface="Arial"/>
              <a:buNone/>
            </a:pPr>
            <a:r>
              <a:rPr lang="en" sz="1100">
                <a:solidFill>
                  <a:srgbClr val="37474F"/>
                </a:solidFill>
              </a:rPr>
              <a:t>	</a:t>
            </a:r>
            <a:r>
              <a:rPr lang="en" sz="1100">
                <a:solidFill>
                  <a:srgbClr val="3F51B5"/>
                </a:solidFill>
              </a:rPr>
              <a:t>if</a:t>
            </a:r>
            <a:r>
              <a:rPr lang="en" sz="1100">
                <a:solidFill>
                  <a:srgbClr val="37474F"/>
                </a:solidFill>
              </a:rPr>
              <a:t> (text != </a:t>
            </a:r>
            <a:r>
              <a:rPr lang="en" sz="1100">
                <a:solidFill>
                  <a:srgbClr val="3F51B5"/>
                </a:solidFill>
              </a:rPr>
              <a:t>null</a:t>
            </a:r>
            <a:r>
              <a:rPr lang="en" sz="1100">
                <a:solidFill>
                  <a:srgbClr val="37474F"/>
                </a:solidFill>
              </a:rPr>
              <a:t>)</a:t>
            </a:r>
            <a:endParaRPr sz="1100">
              <a:solidFill>
                <a:srgbClr val="37474F"/>
              </a:solidFill>
            </a:endParaRPr>
          </a:p>
          <a:p>
            <a:pPr marL="0" lvl="0" indent="0" algn="l" rtl="0">
              <a:lnSpc>
                <a:spcPct val="115000"/>
              </a:lnSpc>
              <a:spcBef>
                <a:spcPts val="200"/>
              </a:spcBef>
              <a:spcAft>
                <a:spcPts val="0"/>
              </a:spcAft>
              <a:buClr>
                <a:schemeClr val="dk1"/>
              </a:buClr>
              <a:buSzPts val="1800"/>
              <a:buFont typeface="Arial"/>
              <a:buNone/>
            </a:pPr>
            <a:r>
              <a:rPr lang="en" sz="1100">
                <a:solidFill>
                  <a:srgbClr val="37474F"/>
                </a:solidFill>
              </a:rPr>
              <a:t>		println(text)</a:t>
            </a:r>
            <a:endParaRPr sz="1100">
              <a:solidFill>
                <a:srgbClr val="37474F"/>
              </a:solidFill>
            </a:endParaRPr>
          </a:p>
          <a:p>
            <a:pPr marL="0" lvl="0" indent="0" algn="l" rtl="0">
              <a:lnSpc>
                <a:spcPct val="115000"/>
              </a:lnSpc>
              <a:spcBef>
                <a:spcPts val="200"/>
              </a:spcBef>
              <a:spcAft>
                <a:spcPts val="0"/>
              </a:spcAft>
              <a:buClr>
                <a:schemeClr val="dk1"/>
              </a:buClr>
              <a:buSzPts val="1800"/>
              <a:buFont typeface="Arial"/>
              <a:buNone/>
            </a:pPr>
            <a:r>
              <a:rPr lang="en" sz="1100">
                <a:solidFill>
                  <a:srgbClr val="37474F"/>
                </a:solidFill>
              </a:rPr>
              <a:t>	</a:t>
            </a:r>
            <a:r>
              <a:rPr lang="en" sz="1100">
                <a:solidFill>
                  <a:srgbClr val="3F51B5"/>
                </a:solidFill>
              </a:rPr>
              <a:t>else</a:t>
            </a:r>
            <a:endParaRPr sz="1100">
              <a:solidFill>
                <a:srgbClr val="3F51B5"/>
              </a:solidFill>
            </a:endParaRPr>
          </a:p>
          <a:p>
            <a:pPr marL="0" lvl="0" indent="0" algn="l" rtl="0">
              <a:lnSpc>
                <a:spcPct val="115000"/>
              </a:lnSpc>
              <a:spcBef>
                <a:spcPts val="200"/>
              </a:spcBef>
              <a:spcAft>
                <a:spcPts val="0"/>
              </a:spcAft>
              <a:buClr>
                <a:schemeClr val="dk1"/>
              </a:buClr>
              <a:buSzPts val="1800"/>
              <a:buFont typeface="Arial"/>
              <a:buNone/>
            </a:pPr>
            <a:r>
              <a:rPr lang="en" sz="1100">
                <a:solidFill>
                  <a:srgbClr val="37474F"/>
                </a:solidFill>
              </a:rPr>
              <a:t>		println(</a:t>
            </a:r>
            <a:r>
              <a:rPr lang="en" sz="1100">
                <a:solidFill>
                  <a:srgbClr val="388E3C"/>
                </a:solidFill>
              </a:rPr>
              <a:t>"Nothing to print :("</a:t>
            </a:r>
            <a:r>
              <a:rPr lang="en" sz="1100">
                <a:solidFill>
                  <a:srgbClr val="37474F"/>
                </a:solidFill>
              </a:rPr>
              <a:t>)</a:t>
            </a:r>
            <a:endParaRPr sz="1100">
              <a:solidFill>
                <a:srgbClr val="37474F"/>
              </a:solidFill>
            </a:endParaRPr>
          </a:p>
          <a:p>
            <a:pPr marL="0" lvl="0" indent="0" algn="l" rtl="0">
              <a:lnSpc>
                <a:spcPct val="115000"/>
              </a:lnSpc>
              <a:spcBef>
                <a:spcPts val="200"/>
              </a:spcBef>
              <a:spcAft>
                <a:spcPts val="0"/>
              </a:spcAft>
              <a:buClr>
                <a:schemeClr val="dk1"/>
              </a:buClr>
              <a:buSzPts val="1100"/>
              <a:buFont typeface="Arial"/>
              <a:buNone/>
            </a:pPr>
            <a:r>
              <a:rPr lang="en" sz="1100">
                <a:solidFill>
                  <a:srgbClr val="37474F"/>
                </a:solidFill>
              </a:rPr>
              <a:t>}</a:t>
            </a:r>
            <a:endParaRPr sz="1100">
              <a:solidFill>
                <a:srgbClr val="37474F"/>
              </a:solidFill>
            </a:endParaRPr>
          </a:p>
          <a:p>
            <a:pPr marL="0" lvl="0" indent="0" algn="l" rtl="0">
              <a:lnSpc>
                <a:spcPct val="115000"/>
              </a:lnSpc>
              <a:spcBef>
                <a:spcPts val="200"/>
              </a:spcBef>
              <a:spcAft>
                <a:spcPts val="0"/>
              </a:spcAft>
              <a:buClr>
                <a:schemeClr val="dk1"/>
              </a:buClr>
              <a:buSzPts val="1100"/>
              <a:buFont typeface="Arial"/>
              <a:buNone/>
            </a:pPr>
            <a:endParaRPr sz="1100">
              <a:solidFill>
                <a:srgbClr val="37474F"/>
              </a:solidFill>
            </a:endParaRPr>
          </a:p>
          <a:p>
            <a:pPr marL="0" lvl="0" indent="0" algn="l" rtl="0">
              <a:lnSpc>
                <a:spcPct val="115000"/>
              </a:lnSpc>
              <a:spcBef>
                <a:spcPts val="200"/>
              </a:spcBef>
              <a:spcAft>
                <a:spcPts val="0"/>
              </a:spcAft>
              <a:buClr>
                <a:schemeClr val="dk1"/>
              </a:buClr>
              <a:buSzPts val="1800"/>
              <a:buFont typeface="Arial"/>
              <a:buNone/>
            </a:pPr>
            <a:r>
              <a:rPr lang="en" sz="1100">
                <a:solidFill>
                  <a:srgbClr val="3F51B5"/>
                </a:solidFill>
              </a:rPr>
              <a:t>fun</a:t>
            </a:r>
            <a:r>
              <a:rPr lang="en" sz="1100">
                <a:solidFill>
                  <a:srgbClr val="37474F"/>
                </a:solidFill>
              </a:rPr>
              <a:t> funnier(text: String?) {</a:t>
            </a:r>
            <a:endParaRPr sz="1100">
              <a:solidFill>
                <a:srgbClr val="37474F"/>
              </a:solidFill>
            </a:endParaRPr>
          </a:p>
          <a:p>
            <a:pPr marL="0" lvl="0" indent="0" algn="l" rtl="0">
              <a:lnSpc>
                <a:spcPct val="115000"/>
              </a:lnSpc>
              <a:spcBef>
                <a:spcPts val="200"/>
              </a:spcBef>
              <a:spcAft>
                <a:spcPts val="0"/>
              </a:spcAft>
              <a:buClr>
                <a:schemeClr val="dk1"/>
              </a:buClr>
              <a:buSzPts val="1800"/>
              <a:buFont typeface="Arial"/>
              <a:buNone/>
            </a:pPr>
            <a:r>
              <a:rPr lang="en" sz="1100">
                <a:solidFill>
                  <a:srgbClr val="37474F"/>
                </a:solidFill>
              </a:rPr>
              <a:t>	</a:t>
            </a:r>
            <a:r>
              <a:rPr lang="en" sz="1100">
                <a:solidFill>
                  <a:srgbClr val="3F51B5"/>
                </a:solidFill>
              </a:rPr>
              <a:t>val</a:t>
            </a:r>
            <a:r>
              <a:rPr lang="en" sz="1100">
                <a:solidFill>
                  <a:srgbClr val="37474F"/>
                </a:solidFill>
              </a:rPr>
              <a:t> toPrint = text </a:t>
            </a:r>
            <a:r>
              <a:rPr lang="en" sz="1100">
                <a:solidFill>
                  <a:srgbClr val="D81B60"/>
                </a:solidFill>
              </a:rPr>
              <a:t>?:</a:t>
            </a:r>
            <a:r>
              <a:rPr lang="en" sz="1100">
                <a:solidFill>
                  <a:srgbClr val="37474F"/>
                </a:solidFill>
              </a:rPr>
              <a:t> </a:t>
            </a:r>
            <a:r>
              <a:rPr lang="en" sz="1100">
                <a:solidFill>
                  <a:srgbClr val="388E3C"/>
                </a:solidFill>
              </a:rPr>
              <a:t>"Nothing to print :("</a:t>
            </a:r>
            <a:endParaRPr sz="1100">
              <a:solidFill>
                <a:srgbClr val="37474F"/>
              </a:solidFill>
            </a:endParaRPr>
          </a:p>
          <a:p>
            <a:pPr marL="0" lvl="0" indent="0" algn="l" rtl="0">
              <a:lnSpc>
                <a:spcPct val="115000"/>
              </a:lnSpc>
              <a:spcBef>
                <a:spcPts val="200"/>
              </a:spcBef>
              <a:spcAft>
                <a:spcPts val="0"/>
              </a:spcAft>
              <a:buClr>
                <a:schemeClr val="dk1"/>
              </a:buClr>
              <a:buSzPts val="1800"/>
              <a:buFont typeface="Arial"/>
              <a:buNone/>
            </a:pPr>
            <a:r>
              <a:rPr lang="en" sz="1100">
                <a:solidFill>
                  <a:srgbClr val="37474F"/>
                </a:solidFill>
              </a:rPr>
              <a:t>	println(toPrint)</a:t>
            </a:r>
            <a:endParaRPr sz="1100">
              <a:solidFill>
                <a:srgbClr val="37474F"/>
              </a:solidFill>
            </a:endParaRPr>
          </a:p>
          <a:p>
            <a:pPr marL="0" lvl="0" indent="0" algn="l" rtl="0">
              <a:lnSpc>
                <a:spcPct val="115000"/>
              </a:lnSpc>
              <a:spcBef>
                <a:spcPts val="200"/>
              </a:spcBef>
              <a:spcAft>
                <a:spcPts val="0"/>
              </a:spcAft>
              <a:buClr>
                <a:schemeClr val="dk1"/>
              </a:buClr>
              <a:buSzPts val="1100"/>
              <a:buFont typeface="Arial"/>
              <a:buNone/>
            </a:pPr>
            <a:r>
              <a:rPr lang="en" sz="1100">
                <a:solidFill>
                  <a:srgbClr val="37474F"/>
                </a:solidFill>
              </a:rPr>
              <a:t>}</a:t>
            </a:r>
            <a:endParaRPr sz="1100">
              <a:solidFill>
                <a:srgbClr val="3F51B5"/>
              </a:solidFill>
            </a:endParaRPr>
          </a:p>
          <a:p>
            <a:pPr marL="0" lvl="0" indent="0" algn="l" rtl="0">
              <a:lnSpc>
                <a:spcPct val="115000"/>
              </a:lnSpc>
              <a:spcBef>
                <a:spcPts val="200"/>
              </a:spcBef>
              <a:spcAft>
                <a:spcPts val="200"/>
              </a:spcAft>
              <a:buNone/>
            </a:pPr>
            <a:endParaRPr sz="11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28"/>
          <p:cNvSpPr txBox="1">
            <a:spLocks noGrp="1"/>
          </p:cNvSpPr>
          <p:nvPr>
            <p:ph type="title"/>
          </p:nvPr>
        </p:nvSpPr>
        <p:spPr>
          <a:xfrm>
            <a:off x="292608" y="292608"/>
            <a:ext cx="8503800" cy="45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SzPts val="2800"/>
              <a:buNone/>
            </a:pPr>
            <a:r>
              <a:rPr lang="en" dirty="0"/>
              <a:t>Elvis </a:t>
            </a:r>
            <a:r>
              <a:rPr lang="zh-CN" altLang="en-US" dirty="0"/>
              <a:t>运算符</a:t>
            </a:r>
            <a:r>
              <a:rPr lang="en" dirty="0"/>
              <a:t> </a:t>
            </a:r>
            <a:r>
              <a:rPr lang="en" dirty="0">
                <a:latin typeface="JetBrains Mono"/>
                <a:ea typeface="JetBrains Mono"/>
                <a:cs typeface="JetBrains Mono"/>
                <a:sym typeface="JetBrains Mono"/>
              </a:rPr>
              <a:t>?:</a:t>
            </a:r>
            <a:endParaRPr dirty="0">
              <a:latin typeface="JetBrains Mono"/>
              <a:ea typeface="JetBrains Mono"/>
              <a:cs typeface="JetBrains Mono"/>
              <a:sym typeface="JetBrains Mono"/>
            </a:endParaRPr>
          </a:p>
        </p:txBody>
      </p:sp>
      <p:pic>
        <p:nvPicPr>
          <p:cNvPr id="163" name="Google Shape;163;p28"/>
          <p:cNvPicPr preferRelativeResize="0"/>
          <p:nvPr/>
        </p:nvPicPr>
        <p:blipFill rotWithShape="1">
          <a:blip r:embed="rId3">
            <a:alphaModFix/>
          </a:blip>
          <a:srcRect/>
          <a:stretch/>
        </p:blipFill>
        <p:spPr>
          <a:xfrm>
            <a:off x="8132700" y="3793150"/>
            <a:ext cx="522550" cy="838688"/>
          </a:xfrm>
          <a:prstGeom prst="rect">
            <a:avLst/>
          </a:prstGeom>
          <a:noFill/>
          <a:ln>
            <a:noFill/>
          </a:ln>
        </p:spPr>
      </p:pic>
      <p:sp>
        <p:nvSpPr>
          <p:cNvPr id="164" name="Google Shape;164;p28"/>
          <p:cNvSpPr txBox="1">
            <a:spLocks noGrp="1"/>
          </p:cNvSpPr>
          <p:nvPr>
            <p:ph type="body" idx="1"/>
          </p:nvPr>
        </p:nvSpPr>
        <p:spPr>
          <a:xfrm>
            <a:off x="292602" y="1335025"/>
            <a:ext cx="5788200" cy="2615400"/>
          </a:xfrm>
          <a:prstGeom prst="rect">
            <a:avLst/>
          </a:prstGeom>
        </p:spPr>
        <p:txBody>
          <a:bodyPr spcFirstLastPara="1" wrap="square" lIns="0" tIns="73150" rIns="0" bIns="0" anchor="t" anchorCtr="0">
            <a:noAutofit/>
          </a:bodyPr>
          <a:lstStyle/>
          <a:p>
            <a:pPr marL="0" lvl="0" indent="0" algn="l" rtl="0">
              <a:lnSpc>
                <a:spcPct val="115000"/>
              </a:lnSpc>
              <a:spcBef>
                <a:spcPts val="0"/>
              </a:spcBef>
              <a:spcAft>
                <a:spcPts val="0"/>
              </a:spcAft>
              <a:buClr>
                <a:schemeClr val="dk1"/>
              </a:buClr>
              <a:buSzPts val="1800"/>
              <a:buFont typeface="Arial"/>
              <a:buNone/>
            </a:pPr>
            <a:r>
              <a:rPr lang="zh-CN" altLang="en-US" dirty="0"/>
              <a:t>如果 </a:t>
            </a:r>
            <a:r>
              <a:rPr lang="en" dirty="0">
                <a:solidFill>
                  <a:srgbClr val="37474F"/>
                </a:solidFill>
                <a:latin typeface="JetBrains Mono"/>
                <a:ea typeface="JetBrains Mono"/>
                <a:cs typeface="JetBrains Mono"/>
                <a:sym typeface="JetBrains Mono"/>
              </a:rPr>
              <a:t>?:</a:t>
            </a:r>
            <a:r>
              <a:rPr lang="en" dirty="0"/>
              <a:t> </a:t>
            </a:r>
            <a:r>
              <a:rPr lang="zh-CN" altLang="en-US" dirty="0"/>
              <a:t>左侧的表达式不为 </a:t>
            </a:r>
            <a:r>
              <a:rPr lang="en" dirty="0">
                <a:solidFill>
                  <a:srgbClr val="3F51B5"/>
                </a:solidFill>
                <a:latin typeface="JetBrains Mono"/>
                <a:ea typeface="JetBrains Mono"/>
                <a:cs typeface="JetBrains Mono"/>
                <a:sym typeface="JetBrains Mono"/>
              </a:rPr>
              <a:t>null</a:t>
            </a:r>
            <a:r>
              <a:rPr lang="zh-CN" altLang="en-US" dirty="0"/>
              <a:t>，</a:t>
            </a:r>
            <a:r>
              <a:rPr lang="en-US" altLang="zh-CN" dirty="0"/>
              <a:t>Elvis </a:t>
            </a:r>
            <a:r>
              <a:rPr lang="zh-CN" altLang="en-US" dirty="0"/>
              <a:t>运算符将返回该表达式；否则，它将返回右侧的表达式。</a:t>
            </a:r>
            <a:r>
              <a:rPr lang="en" dirty="0"/>
              <a:t> </a:t>
            </a:r>
            <a:endParaRPr dirty="0"/>
          </a:p>
          <a:p>
            <a:pPr marL="0" lvl="0" indent="0" algn="l" rtl="0">
              <a:lnSpc>
                <a:spcPct val="115000"/>
              </a:lnSpc>
              <a:spcBef>
                <a:spcPts val="600"/>
              </a:spcBef>
              <a:spcAft>
                <a:spcPts val="0"/>
              </a:spcAft>
              <a:buClr>
                <a:schemeClr val="dk1"/>
              </a:buClr>
              <a:buSzPts val="1800"/>
              <a:buFont typeface="Arial"/>
              <a:buNone/>
            </a:pPr>
            <a:r>
              <a:rPr lang="zh-CN" altLang="en-US" dirty="0"/>
              <a:t>请注意，只有当左侧的结果为 </a:t>
            </a:r>
            <a:r>
              <a:rPr lang="en" dirty="0">
                <a:solidFill>
                  <a:srgbClr val="3F51B5"/>
                </a:solidFill>
                <a:latin typeface="JetBrains Mono"/>
                <a:ea typeface="JetBrains Mono"/>
                <a:cs typeface="JetBrains Mono"/>
                <a:sym typeface="JetBrains Mono"/>
              </a:rPr>
              <a:t>null</a:t>
            </a:r>
            <a:r>
              <a:rPr lang="en" dirty="0"/>
              <a:t> </a:t>
            </a:r>
            <a:r>
              <a:rPr lang="zh-CN" altLang="en-US" dirty="0"/>
              <a:t>时，才会计算右侧的表达式。</a:t>
            </a:r>
            <a:endParaRPr dirty="0"/>
          </a:p>
          <a:p>
            <a:pPr marL="0" lvl="0" indent="0" algn="l" rtl="0">
              <a:lnSpc>
                <a:spcPct val="115000"/>
              </a:lnSpc>
              <a:spcBef>
                <a:spcPts val="600"/>
              </a:spcBef>
              <a:spcAft>
                <a:spcPts val="0"/>
              </a:spcAft>
              <a:buClr>
                <a:schemeClr val="dk1"/>
              </a:buClr>
              <a:buSzPts val="1800"/>
              <a:buFont typeface="Arial"/>
              <a:buNone/>
            </a:pPr>
            <a:endParaRPr dirty="0"/>
          </a:p>
          <a:p>
            <a:pPr marL="0" lvl="0" indent="0" algn="l" rtl="0">
              <a:lnSpc>
                <a:spcPct val="115000"/>
              </a:lnSpc>
              <a:spcBef>
                <a:spcPts val="600"/>
              </a:spcBef>
              <a:spcAft>
                <a:spcPts val="0"/>
              </a:spcAft>
              <a:buClr>
                <a:schemeClr val="dk1"/>
              </a:buClr>
              <a:buSzPts val="1800"/>
              <a:buFont typeface="Arial"/>
              <a:buNone/>
            </a:pPr>
            <a:r>
              <a:rPr lang="en" dirty="0">
                <a:solidFill>
                  <a:srgbClr val="3F51B5"/>
                </a:solidFill>
                <a:latin typeface="JetBrains Mono"/>
                <a:ea typeface="JetBrains Mono"/>
                <a:cs typeface="JetBrains Mono"/>
                <a:sym typeface="JetBrains Mono"/>
              </a:rPr>
              <a:t>fun</a:t>
            </a:r>
            <a:r>
              <a:rPr lang="en" dirty="0">
                <a:solidFill>
                  <a:srgbClr val="37474F"/>
                </a:solidFill>
                <a:latin typeface="JetBrains Mono"/>
                <a:ea typeface="JetBrains Mono"/>
                <a:cs typeface="JetBrains Mono"/>
                <a:sym typeface="JetBrains Mono"/>
              </a:rPr>
              <a:t> loadInfoById(id: String): String? {</a:t>
            </a:r>
            <a:endParaRPr dirty="0">
              <a:solidFill>
                <a:srgbClr val="37474F"/>
              </a:solidFill>
              <a:latin typeface="JetBrains Mono"/>
              <a:ea typeface="JetBrains Mono"/>
              <a:cs typeface="JetBrains Mono"/>
              <a:sym typeface="JetBrains Mono"/>
            </a:endParaRPr>
          </a:p>
          <a:p>
            <a:pPr marL="0" lvl="0" indent="0" algn="l" rtl="0">
              <a:lnSpc>
                <a:spcPct val="115000"/>
              </a:lnSpc>
              <a:spcBef>
                <a:spcPts val="600"/>
              </a:spcBef>
              <a:spcAft>
                <a:spcPts val="0"/>
              </a:spcAft>
              <a:buClr>
                <a:schemeClr val="dk1"/>
              </a:buClr>
              <a:buSzPts val="1800"/>
              <a:buFont typeface="Arial"/>
              <a:buNone/>
            </a:pPr>
            <a:r>
              <a:rPr lang="en" dirty="0">
                <a:solidFill>
                  <a:srgbClr val="37474F"/>
                </a:solidFill>
                <a:latin typeface="JetBrains Mono"/>
                <a:ea typeface="JetBrains Mono"/>
                <a:cs typeface="JetBrains Mono"/>
                <a:sym typeface="JetBrains Mono"/>
              </a:rPr>
              <a:t>	</a:t>
            </a:r>
            <a:r>
              <a:rPr lang="en" dirty="0">
                <a:solidFill>
                  <a:srgbClr val="3F51B5"/>
                </a:solidFill>
                <a:latin typeface="JetBrains Mono"/>
                <a:ea typeface="JetBrains Mono"/>
                <a:cs typeface="JetBrains Mono"/>
                <a:sym typeface="JetBrains Mono"/>
              </a:rPr>
              <a:t>val</a:t>
            </a:r>
            <a:r>
              <a:rPr lang="en" dirty="0">
                <a:solidFill>
                  <a:srgbClr val="37474F"/>
                </a:solidFill>
                <a:latin typeface="JetBrains Mono"/>
                <a:ea typeface="JetBrains Mono"/>
                <a:cs typeface="JetBrains Mono"/>
                <a:sym typeface="JetBrains Mono"/>
              </a:rPr>
              <a:t> item = findItem(id) ?: </a:t>
            </a:r>
            <a:r>
              <a:rPr lang="en" dirty="0">
                <a:solidFill>
                  <a:srgbClr val="3F51B5"/>
                </a:solidFill>
                <a:latin typeface="JetBrains Mono"/>
                <a:ea typeface="JetBrains Mono"/>
                <a:cs typeface="JetBrains Mono"/>
                <a:sym typeface="JetBrains Mono"/>
              </a:rPr>
              <a:t>return</a:t>
            </a:r>
            <a:r>
              <a:rPr lang="en" dirty="0">
                <a:solidFill>
                  <a:srgbClr val="37474F"/>
                </a:solidFill>
                <a:latin typeface="JetBrains Mono"/>
                <a:ea typeface="JetBrains Mono"/>
                <a:cs typeface="JetBrains Mono"/>
                <a:sym typeface="JetBrains Mono"/>
              </a:rPr>
              <a:t> </a:t>
            </a:r>
            <a:r>
              <a:rPr lang="en" dirty="0">
                <a:solidFill>
                  <a:srgbClr val="3F51B5"/>
                </a:solidFill>
                <a:latin typeface="JetBrains Mono"/>
                <a:ea typeface="JetBrains Mono"/>
                <a:cs typeface="JetBrains Mono"/>
                <a:sym typeface="JetBrains Mono"/>
              </a:rPr>
              <a:t>null</a:t>
            </a:r>
            <a:endParaRPr dirty="0">
              <a:solidFill>
                <a:srgbClr val="37474F"/>
              </a:solidFill>
              <a:latin typeface="JetBrains Mono"/>
              <a:ea typeface="JetBrains Mono"/>
              <a:cs typeface="JetBrains Mono"/>
              <a:sym typeface="JetBrains Mono"/>
            </a:endParaRPr>
          </a:p>
          <a:p>
            <a:pPr marL="0" lvl="0" indent="0" algn="l" rtl="0">
              <a:lnSpc>
                <a:spcPct val="115000"/>
              </a:lnSpc>
              <a:spcBef>
                <a:spcPts val="600"/>
              </a:spcBef>
              <a:spcAft>
                <a:spcPts val="0"/>
              </a:spcAft>
              <a:buClr>
                <a:schemeClr val="dk1"/>
              </a:buClr>
              <a:buSzPts val="1800"/>
              <a:buFont typeface="Arial"/>
              <a:buNone/>
            </a:pPr>
            <a:r>
              <a:rPr lang="en" dirty="0">
                <a:solidFill>
                  <a:srgbClr val="37474F"/>
                </a:solidFill>
                <a:latin typeface="JetBrains Mono"/>
                <a:ea typeface="JetBrains Mono"/>
                <a:cs typeface="JetBrains Mono"/>
                <a:sym typeface="JetBrains Mono"/>
              </a:rPr>
              <a:t>	</a:t>
            </a:r>
            <a:r>
              <a:rPr lang="en" dirty="0">
                <a:solidFill>
                  <a:srgbClr val="3F51B5"/>
                </a:solidFill>
                <a:latin typeface="JetBrains Mono"/>
                <a:ea typeface="JetBrains Mono"/>
                <a:cs typeface="JetBrains Mono"/>
                <a:sym typeface="JetBrains Mono"/>
              </a:rPr>
              <a:t>return </a:t>
            </a:r>
            <a:r>
              <a:rPr lang="en" dirty="0">
                <a:solidFill>
                  <a:srgbClr val="37474F"/>
                </a:solidFill>
                <a:latin typeface="JetBrains Mono"/>
                <a:ea typeface="JetBrains Mono"/>
                <a:cs typeface="JetBrains Mono"/>
                <a:sym typeface="JetBrains Mono"/>
              </a:rPr>
              <a:t>item.loadInfo() ?: </a:t>
            </a:r>
            <a:r>
              <a:rPr lang="en" dirty="0">
                <a:solidFill>
                  <a:srgbClr val="3F51B5"/>
                </a:solidFill>
                <a:latin typeface="JetBrains Mono"/>
                <a:ea typeface="JetBrains Mono"/>
                <a:cs typeface="JetBrains Mono"/>
                <a:sym typeface="JetBrains Mono"/>
              </a:rPr>
              <a:t>throw</a:t>
            </a:r>
            <a:r>
              <a:rPr lang="en" dirty="0">
                <a:solidFill>
                  <a:srgbClr val="37474F"/>
                </a:solidFill>
                <a:latin typeface="JetBrains Mono"/>
                <a:ea typeface="JetBrains Mono"/>
                <a:cs typeface="JetBrains Mono"/>
                <a:sym typeface="JetBrains Mono"/>
              </a:rPr>
              <a:t> Exception(</a:t>
            </a:r>
            <a:r>
              <a:rPr lang="en" dirty="0">
                <a:solidFill>
                  <a:srgbClr val="388E3C"/>
                </a:solidFill>
                <a:latin typeface="JetBrains Mono"/>
                <a:ea typeface="JetBrains Mono"/>
                <a:cs typeface="JetBrains Mono"/>
                <a:sym typeface="JetBrains Mono"/>
              </a:rPr>
              <a:t>"..."</a:t>
            </a:r>
            <a:r>
              <a:rPr lang="en" dirty="0">
                <a:solidFill>
                  <a:srgbClr val="37474F"/>
                </a:solidFill>
                <a:latin typeface="JetBrains Mono"/>
                <a:ea typeface="JetBrains Mono"/>
                <a:cs typeface="JetBrains Mono"/>
                <a:sym typeface="JetBrains Mono"/>
              </a:rPr>
              <a:t>)</a:t>
            </a:r>
            <a:endParaRPr dirty="0">
              <a:solidFill>
                <a:srgbClr val="37474F"/>
              </a:solidFill>
              <a:latin typeface="JetBrains Mono"/>
              <a:ea typeface="JetBrains Mono"/>
              <a:cs typeface="JetBrains Mono"/>
              <a:sym typeface="JetBrains Mono"/>
            </a:endParaRPr>
          </a:p>
          <a:p>
            <a:pPr marL="0" lvl="0" indent="0" algn="l" rtl="0">
              <a:lnSpc>
                <a:spcPct val="115000"/>
              </a:lnSpc>
              <a:spcBef>
                <a:spcPts val="600"/>
              </a:spcBef>
              <a:spcAft>
                <a:spcPts val="0"/>
              </a:spcAft>
              <a:buClr>
                <a:schemeClr val="dk1"/>
              </a:buClr>
              <a:buSzPts val="1100"/>
              <a:buFont typeface="Arial"/>
              <a:buNone/>
            </a:pPr>
            <a:r>
              <a:rPr lang="en" dirty="0">
                <a:solidFill>
                  <a:srgbClr val="37474F"/>
                </a:solidFill>
                <a:latin typeface="JetBrains Mono"/>
                <a:ea typeface="JetBrains Mono"/>
                <a:cs typeface="JetBrains Mono"/>
                <a:sym typeface="JetBrains Mono"/>
              </a:rPr>
              <a:t>}</a:t>
            </a:r>
            <a:endParaRPr dirty="0"/>
          </a:p>
          <a:p>
            <a:pPr marL="0" lvl="0" indent="0" algn="l" rtl="0">
              <a:lnSpc>
                <a:spcPct val="115000"/>
              </a:lnSpc>
              <a:spcBef>
                <a:spcPts val="600"/>
              </a:spcBef>
              <a:spcAft>
                <a:spcPts val="600"/>
              </a:spcAft>
              <a:buNone/>
            </a:pPr>
            <a:endParaRPr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29"/>
          <p:cNvSpPr txBox="1">
            <a:spLocks noGrp="1"/>
          </p:cNvSpPr>
          <p:nvPr>
            <p:ph type="title"/>
          </p:nvPr>
        </p:nvSpPr>
        <p:spPr>
          <a:xfrm>
            <a:off x="292608" y="292608"/>
            <a:ext cx="8503800" cy="457200"/>
          </a:xfrm>
          <a:prstGeom prst="rect">
            <a:avLst/>
          </a:prstGeom>
          <a:noFill/>
          <a:ln>
            <a:noFill/>
          </a:ln>
        </p:spPr>
        <p:txBody>
          <a:bodyPr spcFirstLastPara="1" wrap="square" lIns="0" tIns="91425" rIns="0" bIns="91425" anchor="t" anchorCtr="0">
            <a:noAutofit/>
          </a:bodyPr>
          <a:lstStyle/>
          <a:p>
            <a:pPr marL="0" lvl="0" indent="0" algn="l" rtl="0">
              <a:spcBef>
                <a:spcPts val="0"/>
              </a:spcBef>
              <a:spcAft>
                <a:spcPts val="0"/>
              </a:spcAft>
              <a:buSzPts val="2800"/>
              <a:buNone/>
            </a:pPr>
            <a:r>
              <a:rPr lang="zh-CN" altLang="en-US" dirty="0"/>
              <a:t>安全调用</a:t>
            </a:r>
            <a:endParaRPr dirty="0"/>
          </a:p>
        </p:txBody>
      </p:sp>
      <p:sp>
        <p:nvSpPr>
          <p:cNvPr id="170" name="Google Shape;170;p29"/>
          <p:cNvSpPr txBox="1">
            <a:spLocks noGrp="1"/>
          </p:cNvSpPr>
          <p:nvPr>
            <p:ph type="body" idx="1"/>
          </p:nvPr>
        </p:nvSpPr>
        <p:spPr>
          <a:xfrm>
            <a:off x="292608" y="1335024"/>
            <a:ext cx="8419800" cy="2615400"/>
          </a:xfrm>
          <a:prstGeom prst="rect">
            <a:avLst/>
          </a:prstGeom>
        </p:spPr>
        <p:txBody>
          <a:bodyPr spcFirstLastPara="1" wrap="square" lIns="0" tIns="73150" rIns="0" bIns="0" anchor="t" anchorCtr="0">
            <a:noAutofit/>
          </a:bodyPr>
          <a:lstStyle/>
          <a:p>
            <a:pPr marL="0" lvl="0" indent="0" algn="l" rtl="0">
              <a:lnSpc>
                <a:spcPct val="115000"/>
              </a:lnSpc>
              <a:spcBef>
                <a:spcPts val="0"/>
              </a:spcBef>
              <a:spcAft>
                <a:spcPts val="0"/>
              </a:spcAft>
              <a:buClr>
                <a:schemeClr val="dk1"/>
              </a:buClr>
              <a:buSzPts val="1800"/>
              <a:buFont typeface="Arial"/>
              <a:buNone/>
            </a:pPr>
            <a:r>
              <a:rPr lang="en" dirty="0">
                <a:solidFill>
                  <a:srgbClr val="37474F"/>
                </a:solidFill>
                <a:latin typeface="JetBrains Mono"/>
                <a:ea typeface="JetBrains Mono"/>
                <a:cs typeface="JetBrains Mono"/>
                <a:sym typeface="JetBrains Mono"/>
              </a:rPr>
              <a:t>someThing</a:t>
            </a:r>
            <a:r>
              <a:rPr lang="en" dirty="0">
                <a:solidFill>
                  <a:srgbClr val="D81B60"/>
                </a:solidFill>
                <a:latin typeface="JetBrains Mono"/>
                <a:ea typeface="JetBrains Mono"/>
                <a:cs typeface="JetBrains Mono"/>
                <a:sym typeface="JetBrains Mono"/>
              </a:rPr>
              <a:t>?.</a:t>
            </a:r>
            <a:r>
              <a:rPr lang="en" dirty="0">
                <a:solidFill>
                  <a:srgbClr val="37474F"/>
                </a:solidFill>
                <a:latin typeface="JetBrains Mono"/>
                <a:ea typeface="JetBrains Mono"/>
                <a:cs typeface="JetBrains Mono"/>
                <a:sym typeface="JetBrains Mono"/>
              </a:rPr>
              <a:t>otherThing</a:t>
            </a:r>
            <a:r>
              <a:rPr lang="en" dirty="0">
                <a:sym typeface="JetBrains Mono"/>
              </a:rPr>
              <a:t> </a:t>
            </a:r>
            <a:r>
              <a:rPr lang="zh-CN" altLang="en-US" dirty="0"/>
              <a:t>在 </a:t>
            </a:r>
            <a:r>
              <a:rPr lang="en" dirty="0">
                <a:solidFill>
                  <a:srgbClr val="37474F"/>
                </a:solidFill>
                <a:latin typeface="JetBrains Mono"/>
                <a:ea typeface="JetBrains Mono"/>
                <a:cs typeface="JetBrains Mono"/>
                <a:sym typeface="JetBrains Mono"/>
              </a:rPr>
              <a:t>someThing</a:t>
            </a:r>
            <a:r>
              <a:rPr lang="en" dirty="0"/>
              <a:t> </a:t>
            </a:r>
            <a:r>
              <a:rPr lang="zh-CN" altLang="en-US" dirty="0"/>
              <a:t>为</a:t>
            </a:r>
            <a:r>
              <a:rPr lang="en" dirty="0"/>
              <a:t> </a:t>
            </a:r>
            <a:r>
              <a:rPr lang="en" dirty="0">
                <a:solidFill>
                  <a:srgbClr val="3F51B5"/>
                </a:solidFill>
                <a:latin typeface="JetBrains Mono"/>
                <a:ea typeface="JetBrains Mono"/>
                <a:cs typeface="JetBrains Mono"/>
                <a:sym typeface="JetBrains Mono"/>
              </a:rPr>
              <a:t>null</a:t>
            </a:r>
            <a:r>
              <a:rPr lang="en" dirty="0">
                <a:sym typeface="JetBrains Mono"/>
              </a:rPr>
              <a:t> </a:t>
            </a:r>
            <a:r>
              <a:rPr lang="zh-CN" altLang="en-US" dirty="0"/>
              <a:t>的情况下不会抛出 </a:t>
            </a:r>
            <a:r>
              <a:rPr lang="en-US" altLang="zh-CN" dirty="0"/>
              <a:t>NPE</a:t>
            </a:r>
            <a:r>
              <a:rPr lang="zh-CN" altLang="en-US" dirty="0"/>
              <a:t>（空指针异常）。</a:t>
            </a:r>
            <a:endParaRPr dirty="0"/>
          </a:p>
          <a:p>
            <a:pPr marL="0" lvl="0" indent="0" algn="l" rtl="0">
              <a:lnSpc>
                <a:spcPct val="115000"/>
              </a:lnSpc>
              <a:spcBef>
                <a:spcPts val="400"/>
              </a:spcBef>
              <a:spcAft>
                <a:spcPts val="0"/>
              </a:spcAft>
              <a:buClr>
                <a:schemeClr val="dk1"/>
              </a:buClr>
              <a:buSzPts val="1800"/>
              <a:buFont typeface="Arial"/>
              <a:buNone/>
            </a:pPr>
            <a:endParaRPr sz="1100" dirty="0"/>
          </a:p>
          <a:p>
            <a:pPr marL="0" marR="177800" lvl="0" indent="0" algn="l" rtl="0">
              <a:lnSpc>
                <a:spcPct val="113750"/>
              </a:lnSpc>
              <a:spcBef>
                <a:spcPts val="400"/>
              </a:spcBef>
              <a:spcAft>
                <a:spcPts val="0"/>
              </a:spcAft>
              <a:buClr>
                <a:schemeClr val="dk1"/>
              </a:buClr>
              <a:buSzPts val="1100"/>
              <a:buFont typeface="Arial"/>
              <a:buNone/>
            </a:pPr>
            <a:r>
              <a:rPr lang="zh-CN" altLang="en-US" dirty="0"/>
              <a:t>安全调用在链式操作中非常有用。例如，一名员工（</a:t>
            </a:r>
            <a:r>
              <a:rPr lang="en-US" altLang="zh-CN" dirty="0"/>
              <a:t>Employee</a:t>
            </a:r>
            <a:r>
              <a:rPr lang="zh-CN" altLang="en-US" dirty="0"/>
              <a:t>）可能会被分配到某个部门（</a:t>
            </a:r>
            <a:r>
              <a:rPr lang="en-US" altLang="zh-CN" dirty="0"/>
              <a:t>Department</a:t>
            </a:r>
            <a:r>
              <a:rPr lang="zh-CN" altLang="en-US" dirty="0"/>
              <a:t>），也可能没有。而该部门反过来可能有另一名员工作为部门负责人（</a:t>
            </a:r>
            <a:r>
              <a:rPr lang="en-US" altLang="zh-CN" dirty="0"/>
              <a:t>Head</a:t>
            </a:r>
            <a:r>
              <a:rPr lang="zh-CN" altLang="en-US" dirty="0"/>
              <a:t>），负责人可能有名字，也可能没有，而我们想要打印这个名字：</a:t>
            </a:r>
            <a:endParaRPr dirty="0"/>
          </a:p>
          <a:p>
            <a:pPr marL="0" lvl="0" indent="0" algn="l" rtl="0">
              <a:lnSpc>
                <a:spcPct val="115000"/>
              </a:lnSpc>
              <a:spcBef>
                <a:spcPts val="1210"/>
              </a:spcBef>
              <a:spcAft>
                <a:spcPts val="0"/>
              </a:spcAft>
              <a:buClr>
                <a:schemeClr val="dk1"/>
              </a:buClr>
              <a:buSzPts val="1800"/>
              <a:buFont typeface="Arial"/>
              <a:buNone/>
            </a:pPr>
            <a:endParaRPr sz="1100" dirty="0"/>
          </a:p>
          <a:p>
            <a:pPr marL="0" lvl="0" indent="0" algn="l" rtl="0">
              <a:lnSpc>
                <a:spcPct val="115000"/>
              </a:lnSpc>
              <a:spcBef>
                <a:spcPts val="400"/>
              </a:spcBef>
              <a:spcAft>
                <a:spcPts val="0"/>
              </a:spcAft>
              <a:buClr>
                <a:schemeClr val="dk1"/>
              </a:buClr>
              <a:buSzPts val="1800"/>
              <a:buFont typeface="Arial"/>
              <a:buNone/>
            </a:pPr>
            <a:r>
              <a:rPr lang="en" sz="1100" dirty="0">
                <a:solidFill>
                  <a:srgbClr val="3F51B5"/>
                </a:solidFill>
                <a:latin typeface="JetBrains Mono"/>
                <a:ea typeface="JetBrains Mono"/>
                <a:cs typeface="JetBrains Mono"/>
                <a:sym typeface="JetBrains Mono"/>
              </a:rPr>
              <a:t>fun</a:t>
            </a:r>
            <a:r>
              <a:rPr lang="en" sz="1100" dirty="0">
                <a:solidFill>
                  <a:srgbClr val="37474F"/>
                </a:solidFill>
                <a:latin typeface="JetBrains Mono"/>
                <a:ea typeface="JetBrains Mono"/>
                <a:cs typeface="JetBrains Mono"/>
                <a:sym typeface="JetBrains Mono"/>
              </a:rPr>
              <a:t> printDepartmentHead(employee: Employee) {</a:t>
            </a:r>
            <a:endParaRPr sz="1100" dirty="0">
              <a:solidFill>
                <a:srgbClr val="37474F"/>
              </a:solidFill>
              <a:latin typeface="JetBrains Mono"/>
              <a:ea typeface="JetBrains Mono"/>
              <a:cs typeface="JetBrains Mono"/>
              <a:sym typeface="JetBrains Mono"/>
            </a:endParaRPr>
          </a:p>
          <a:p>
            <a:pPr marL="0" lvl="0" indent="0" algn="l" rtl="0">
              <a:lnSpc>
                <a:spcPct val="115000"/>
              </a:lnSpc>
              <a:spcBef>
                <a:spcPts val="400"/>
              </a:spcBef>
              <a:spcAft>
                <a:spcPts val="0"/>
              </a:spcAft>
              <a:buClr>
                <a:schemeClr val="dk1"/>
              </a:buClr>
              <a:buSzPts val="1800"/>
              <a:buFont typeface="Arial"/>
              <a:buNone/>
            </a:pPr>
            <a:r>
              <a:rPr lang="en" sz="1100" dirty="0">
                <a:solidFill>
                  <a:srgbClr val="37474F"/>
                </a:solidFill>
                <a:latin typeface="JetBrains Mono"/>
                <a:ea typeface="JetBrains Mono"/>
                <a:cs typeface="JetBrains Mono"/>
                <a:sym typeface="JetBrains Mono"/>
              </a:rPr>
              <a:t>	println(employee.department?.head?.name)</a:t>
            </a:r>
            <a:endParaRPr sz="1100" dirty="0">
              <a:solidFill>
                <a:srgbClr val="37474F"/>
              </a:solidFill>
              <a:latin typeface="JetBrains Mono"/>
              <a:ea typeface="JetBrains Mono"/>
              <a:cs typeface="JetBrains Mono"/>
              <a:sym typeface="JetBrains Mono"/>
            </a:endParaRPr>
          </a:p>
          <a:p>
            <a:pPr marL="0" lvl="0" indent="0" algn="l" rtl="0">
              <a:lnSpc>
                <a:spcPct val="115000"/>
              </a:lnSpc>
              <a:spcBef>
                <a:spcPts val="400"/>
              </a:spcBef>
              <a:spcAft>
                <a:spcPts val="0"/>
              </a:spcAft>
              <a:buClr>
                <a:schemeClr val="dk1"/>
              </a:buClr>
              <a:buSzPts val="1100"/>
              <a:buFont typeface="Arial"/>
              <a:buNone/>
            </a:pPr>
            <a:r>
              <a:rPr lang="en" sz="1100" dirty="0">
                <a:solidFill>
                  <a:srgbClr val="37474F"/>
                </a:solidFill>
                <a:latin typeface="JetBrains Mono"/>
                <a:ea typeface="JetBrains Mono"/>
                <a:cs typeface="JetBrains Mono"/>
                <a:sym typeface="JetBrains Mono"/>
              </a:rPr>
              <a:t>}</a:t>
            </a:r>
            <a:endParaRPr sz="1100" dirty="0">
              <a:solidFill>
                <a:srgbClr val="37474F"/>
              </a:solidFill>
              <a:latin typeface="JetBrains Mono"/>
              <a:ea typeface="JetBrains Mono"/>
              <a:cs typeface="JetBrains Mono"/>
              <a:sym typeface="JetBrains Mono"/>
            </a:endParaRPr>
          </a:p>
          <a:p>
            <a:pPr marL="0" lvl="0" indent="0" algn="l" rtl="0">
              <a:lnSpc>
                <a:spcPct val="115000"/>
              </a:lnSpc>
              <a:spcBef>
                <a:spcPts val="400"/>
              </a:spcBef>
              <a:spcAft>
                <a:spcPts val="0"/>
              </a:spcAft>
              <a:buClr>
                <a:schemeClr val="dk1"/>
              </a:buClr>
              <a:buSzPts val="1100"/>
              <a:buFont typeface="Arial"/>
              <a:buNone/>
            </a:pPr>
            <a:endParaRPr sz="1100" dirty="0">
              <a:solidFill>
                <a:srgbClr val="37474F"/>
              </a:solidFill>
              <a:latin typeface="JetBrains Mono"/>
              <a:ea typeface="JetBrains Mono"/>
              <a:cs typeface="JetBrains Mono"/>
              <a:sym typeface="JetBrains Mono"/>
            </a:endParaRPr>
          </a:p>
          <a:p>
            <a:pPr marL="0" lvl="0" indent="0" algn="l" rtl="0">
              <a:lnSpc>
                <a:spcPct val="115000"/>
              </a:lnSpc>
              <a:spcBef>
                <a:spcPts val="400"/>
              </a:spcBef>
              <a:spcAft>
                <a:spcPts val="0"/>
              </a:spcAft>
              <a:buClr>
                <a:schemeClr val="dk1"/>
              </a:buClr>
              <a:buSzPts val="1100"/>
              <a:buFont typeface="Arial"/>
              <a:buNone/>
            </a:pPr>
            <a:r>
              <a:rPr lang="zh-CN" altLang="en-US" dirty="0"/>
              <a:t>如果只想针对非空值进行打印，可以将安全调用运算符与 </a:t>
            </a:r>
            <a:r>
              <a:rPr lang="en" dirty="0">
                <a:solidFill>
                  <a:srgbClr val="3F51B5"/>
                </a:solidFill>
                <a:uFill>
                  <a:noFill/>
                </a:uFill>
                <a:latin typeface="JetBrains Mono"/>
                <a:ea typeface="JetBrains Mono"/>
                <a:cs typeface="JetBrains Mono"/>
                <a:sym typeface="JetBrains Mono"/>
                <a:hlinkClick r:id="rId3">
                  <a:extLst>
                    <a:ext uri="{A12FA001-AC4F-418D-AE19-62706E023703}">
                      <ahyp:hlinkClr xmlns:ahyp="http://schemas.microsoft.com/office/drawing/2018/hyperlinkcolor" val="tx"/>
                    </a:ext>
                  </a:extLst>
                </a:hlinkClick>
              </a:rPr>
              <a:t>let</a:t>
            </a:r>
            <a:r>
              <a:rPr lang="en" dirty="0"/>
              <a:t> </a:t>
            </a:r>
            <a:r>
              <a:rPr lang="zh-CN" altLang="en-US" dirty="0"/>
              <a:t>结合使用：</a:t>
            </a:r>
            <a:endParaRPr dirty="0"/>
          </a:p>
          <a:p>
            <a:pPr marL="0" lvl="0" indent="0" algn="l" rtl="0">
              <a:lnSpc>
                <a:spcPct val="115000"/>
              </a:lnSpc>
              <a:spcBef>
                <a:spcPts val="400"/>
              </a:spcBef>
              <a:spcAft>
                <a:spcPts val="0"/>
              </a:spcAft>
              <a:buClr>
                <a:schemeClr val="dk1"/>
              </a:buClr>
              <a:buSzPts val="1100"/>
              <a:buFont typeface="Arial"/>
              <a:buNone/>
            </a:pPr>
            <a:endParaRPr sz="1100" dirty="0"/>
          </a:p>
          <a:p>
            <a:pPr marL="0" lvl="0" indent="0" algn="l" rtl="0">
              <a:lnSpc>
                <a:spcPct val="115000"/>
              </a:lnSpc>
              <a:spcBef>
                <a:spcPts val="400"/>
              </a:spcBef>
              <a:spcAft>
                <a:spcPts val="0"/>
              </a:spcAft>
              <a:buClr>
                <a:schemeClr val="dk1"/>
              </a:buClr>
              <a:buSzPts val="1800"/>
              <a:buFont typeface="Arial"/>
              <a:buNone/>
            </a:pPr>
            <a:r>
              <a:rPr lang="en" sz="1100" dirty="0">
                <a:solidFill>
                  <a:srgbClr val="37474F"/>
                </a:solidFill>
                <a:latin typeface="JetBrains Mono"/>
                <a:ea typeface="JetBrains Mono"/>
                <a:cs typeface="JetBrains Mono"/>
                <a:sym typeface="JetBrains Mono"/>
              </a:rPr>
              <a:t>employee.department?.head?.name?.</a:t>
            </a:r>
            <a:r>
              <a:rPr lang="en" sz="1100" dirty="0">
                <a:solidFill>
                  <a:srgbClr val="3F51B5"/>
                </a:solidFill>
                <a:latin typeface="JetBrains Mono"/>
                <a:ea typeface="JetBrains Mono"/>
                <a:cs typeface="JetBrains Mono"/>
                <a:sym typeface="JetBrains Mono"/>
              </a:rPr>
              <a:t>let</a:t>
            </a:r>
            <a:r>
              <a:rPr lang="en" sz="1100" dirty="0">
                <a:solidFill>
                  <a:srgbClr val="37474F"/>
                </a:solidFill>
                <a:latin typeface="JetBrains Mono"/>
                <a:ea typeface="JetBrains Mono"/>
                <a:cs typeface="JetBrains Mono"/>
                <a:sym typeface="JetBrains Mono"/>
              </a:rPr>
              <a:t> { println(it) }</a:t>
            </a:r>
            <a:endParaRPr sz="1100" dirty="0"/>
          </a:p>
          <a:p>
            <a:pPr marL="0" lvl="0" indent="0" algn="l" rtl="0">
              <a:lnSpc>
                <a:spcPct val="115000"/>
              </a:lnSpc>
              <a:spcBef>
                <a:spcPts val="400"/>
              </a:spcBef>
              <a:spcAft>
                <a:spcPts val="400"/>
              </a:spcAft>
              <a:buNone/>
            </a:pPr>
            <a:endParaRPr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30"/>
          <p:cNvSpPr txBox="1">
            <a:spLocks noGrp="1"/>
          </p:cNvSpPr>
          <p:nvPr>
            <p:ph type="title"/>
          </p:nvPr>
        </p:nvSpPr>
        <p:spPr>
          <a:xfrm>
            <a:off x="292608" y="292608"/>
            <a:ext cx="8503800" cy="457200"/>
          </a:xfrm>
          <a:prstGeom prst="rect">
            <a:avLst/>
          </a:prstGeom>
          <a:noFill/>
          <a:ln>
            <a:noFill/>
          </a:ln>
        </p:spPr>
        <p:txBody>
          <a:bodyPr spcFirstLastPara="1" wrap="square" lIns="0" tIns="91425" rIns="0" bIns="91425" anchor="t" anchorCtr="0">
            <a:noAutofit/>
          </a:bodyPr>
          <a:lstStyle/>
          <a:p>
            <a:pPr marL="0" lvl="0" indent="0" algn="l" rtl="0">
              <a:spcBef>
                <a:spcPts val="0"/>
              </a:spcBef>
              <a:spcAft>
                <a:spcPts val="0"/>
              </a:spcAft>
              <a:buSzPts val="2800"/>
              <a:buNone/>
            </a:pPr>
            <a:r>
              <a:rPr lang="zh-CN" altLang="en-US" dirty="0"/>
              <a:t>非安全调用</a:t>
            </a:r>
            <a:endParaRPr dirty="0"/>
          </a:p>
        </p:txBody>
      </p:sp>
      <p:sp>
        <p:nvSpPr>
          <p:cNvPr id="176" name="Google Shape;176;p30"/>
          <p:cNvSpPr txBox="1"/>
          <p:nvPr/>
        </p:nvSpPr>
        <p:spPr>
          <a:xfrm>
            <a:off x="292608" y="3454250"/>
            <a:ext cx="3000000" cy="432396"/>
          </a:xfrm>
          <a:prstGeom prst="rect">
            <a:avLst/>
          </a:prstGeom>
          <a:noFill/>
          <a:ln>
            <a:noFill/>
          </a:ln>
        </p:spPr>
        <p:txBody>
          <a:bodyPr spcFirstLastPara="1" wrap="square" lIns="0" tIns="91425" rIns="0" bIns="91425" anchor="t" anchorCtr="0">
            <a:spAutoFit/>
          </a:bodyPr>
          <a:lstStyle/>
          <a:p>
            <a:pPr marL="0" marR="0" lvl="0" indent="0" algn="l" rtl="0">
              <a:lnSpc>
                <a:spcPct val="115000"/>
              </a:lnSpc>
              <a:spcBef>
                <a:spcPts val="0"/>
              </a:spcBef>
              <a:spcAft>
                <a:spcPts val="0"/>
              </a:spcAft>
              <a:buClr>
                <a:srgbClr val="000000"/>
              </a:buClr>
              <a:buSzPts val="1400"/>
              <a:buFont typeface="Arial"/>
              <a:buNone/>
            </a:pPr>
            <a:r>
              <a:rPr lang="zh-CN" altLang="en-US" sz="1400" b="1" i="0" u="none" strike="noStrike" cap="none" dirty="0">
                <a:solidFill>
                  <a:schemeClr val="dk2"/>
                </a:solidFill>
                <a:latin typeface="HONOR Sans CN" panose="02000500000000000000" pitchFamily="2" charset="-122"/>
                <a:ea typeface="HONOR Sans CN" panose="02000500000000000000" pitchFamily="2" charset="-122"/>
                <a:cs typeface="Raleway"/>
                <a:sym typeface="Raleway"/>
              </a:rPr>
              <a:t>请避免使用非安全调用！</a:t>
            </a:r>
            <a:endParaRPr lang="en-US" sz="1400" b="1" i="0" u="none" strike="noStrike" cap="none" dirty="0">
              <a:solidFill>
                <a:srgbClr val="000000"/>
              </a:solidFill>
              <a:latin typeface="HONOR Sans CN" panose="02000500000000000000" pitchFamily="2" charset="-122"/>
              <a:ea typeface="HONOR Sans CN" panose="02000500000000000000" pitchFamily="2" charset="-122"/>
              <a:sym typeface="Arial"/>
            </a:endParaRPr>
          </a:p>
        </p:txBody>
      </p:sp>
      <p:sp>
        <p:nvSpPr>
          <p:cNvPr id="177" name="Google Shape;177;p30"/>
          <p:cNvSpPr txBox="1">
            <a:spLocks noGrp="1"/>
          </p:cNvSpPr>
          <p:nvPr>
            <p:ph type="body" idx="1"/>
          </p:nvPr>
        </p:nvSpPr>
        <p:spPr>
          <a:xfrm>
            <a:off x="292600" y="1335025"/>
            <a:ext cx="8334300" cy="2106600"/>
          </a:xfrm>
          <a:prstGeom prst="rect">
            <a:avLst/>
          </a:prstGeom>
        </p:spPr>
        <p:txBody>
          <a:bodyPr spcFirstLastPara="1" wrap="square" lIns="0" tIns="73150" rIns="0" bIns="0" anchor="t" anchorCtr="0">
            <a:noAutofit/>
          </a:bodyPr>
          <a:lstStyle/>
          <a:p>
            <a:pPr marL="0" lvl="0" indent="0" algn="l" rtl="0">
              <a:lnSpc>
                <a:spcPct val="115000"/>
              </a:lnSpc>
              <a:spcBef>
                <a:spcPts val="0"/>
              </a:spcBef>
              <a:spcAft>
                <a:spcPts val="0"/>
              </a:spcAft>
              <a:buClr>
                <a:schemeClr val="dk1"/>
              </a:buClr>
              <a:buSzPts val="1800"/>
              <a:buFont typeface="Arial"/>
              <a:buNone/>
            </a:pPr>
            <a:r>
              <a:rPr lang="zh-CN" altLang="en-US" dirty="0"/>
              <a:t>非空断言运算符（</a:t>
            </a:r>
            <a:r>
              <a:rPr lang="en" dirty="0">
                <a:solidFill>
                  <a:srgbClr val="37474F"/>
                </a:solidFill>
                <a:latin typeface="JetBrains Mono"/>
                <a:ea typeface="JetBrains Mono"/>
                <a:cs typeface="JetBrains Mono"/>
                <a:sym typeface="JetBrains Mono"/>
              </a:rPr>
              <a:t>!!</a:t>
            </a:r>
            <a:r>
              <a:rPr lang="zh-CN" altLang="en-US" dirty="0"/>
              <a:t>）会将任何值转换为非空类型。如果该值为 </a:t>
            </a:r>
            <a:r>
              <a:rPr lang="en-US" altLang="zh-CN" dirty="0">
                <a:latin typeface="JetBrains Mono" panose="020B0604020202020204" charset="0"/>
                <a:cs typeface="JetBrains Mono" panose="020B0604020202020204" charset="0"/>
              </a:rPr>
              <a:t>null</a:t>
            </a:r>
            <a:r>
              <a:rPr lang="zh-CN" altLang="en-US" dirty="0"/>
              <a:t>，它会抛出 </a:t>
            </a:r>
            <a:r>
              <a:rPr lang="en-US" altLang="zh-CN" dirty="0">
                <a:solidFill>
                  <a:srgbClr val="C00000"/>
                </a:solidFill>
              </a:rPr>
              <a:t>NPE</a:t>
            </a:r>
            <a:r>
              <a:rPr lang="zh-CN" altLang="en-US" dirty="0"/>
              <a:t>（空指针异常）。</a:t>
            </a:r>
            <a:endParaRPr dirty="0"/>
          </a:p>
          <a:p>
            <a:pPr marL="0" lvl="0" indent="0" algn="l" rtl="0">
              <a:lnSpc>
                <a:spcPct val="115000"/>
              </a:lnSpc>
              <a:spcBef>
                <a:spcPts val="600"/>
              </a:spcBef>
              <a:spcAft>
                <a:spcPts val="0"/>
              </a:spcAft>
              <a:buClr>
                <a:schemeClr val="dk1"/>
              </a:buClr>
              <a:buSzPts val="1800"/>
              <a:buFont typeface="Arial"/>
              <a:buNone/>
            </a:pPr>
            <a:endParaRPr dirty="0"/>
          </a:p>
          <a:p>
            <a:pPr marL="0" lvl="0" indent="0" algn="l" rtl="0">
              <a:lnSpc>
                <a:spcPct val="115000"/>
              </a:lnSpc>
              <a:spcBef>
                <a:spcPts val="600"/>
              </a:spcBef>
              <a:spcAft>
                <a:spcPts val="0"/>
              </a:spcAft>
              <a:buClr>
                <a:schemeClr val="dk1"/>
              </a:buClr>
              <a:buSzPts val="1800"/>
              <a:buFont typeface="Arial"/>
              <a:buNone/>
            </a:pPr>
            <a:r>
              <a:rPr lang="en" dirty="0">
                <a:solidFill>
                  <a:srgbClr val="3F51B5"/>
                </a:solidFill>
                <a:latin typeface="JetBrains Mono"/>
                <a:ea typeface="JetBrains Mono"/>
                <a:cs typeface="JetBrains Mono"/>
                <a:sym typeface="JetBrains Mono"/>
              </a:rPr>
              <a:t>fun</a:t>
            </a:r>
            <a:r>
              <a:rPr lang="en" dirty="0">
                <a:solidFill>
                  <a:srgbClr val="37474F"/>
                </a:solidFill>
                <a:latin typeface="JetBrains Mono"/>
                <a:ea typeface="JetBrains Mono"/>
                <a:cs typeface="JetBrains Mono"/>
                <a:sym typeface="JetBrains Mono"/>
              </a:rPr>
              <a:t> printDepartmentHead(employee: Employee) {</a:t>
            </a:r>
            <a:endParaRPr dirty="0">
              <a:solidFill>
                <a:srgbClr val="37474F"/>
              </a:solidFill>
              <a:latin typeface="JetBrains Mono"/>
              <a:ea typeface="JetBrains Mono"/>
              <a:cs typeface="JetBrains Mono"/>
              <a:sym typeface="JetBrains Mono"/>
            </a:endParaRPr>
          </a:p>
          <a:p>
            <a:pPr marL="0" lvl="0" indent="0" algn="l" rtl="0">
              <a:lnSpc>
                <a:spcPct val="115000"/>
              </a:lnSpc>
              <a:spcBef>
                <a:spcPts val="600"/>
              </a:spcBef>
              <a:spcAft>
                <a:spcPts val="0"/>
              </a:spcAft>
              <a:buClr>
                <a:schemeClr val="dk1"/>
              </a:buClr>
              <a:buSzPts val="1800"/>
              <a:buFont typeface="Arial"/>
              <a:buNone/>
            </a:pPr>
            <a:r>
              <a:rPr lang="en" dirty="0">
                <a:solidFill>
                  <a:srgbClr val="37474F"/>
                </a:solidFill>
                <a:latin typeface="JetBrains Mono"/>
                <a:ea typeface="JetBrains Mono"/>
                <a:cs typeface="JetBrains Mono"/>
                <a:sym typeface="JetBrains Mono"/>
              </a:rPr>
              <a:t>	println(employee.department!!.head!!.name!!)</a:t>
            </a:r>
            <a:endParaRPr dirty="0">
              <a:solidFill>
                <a:srgbClr val="37474F"/>
              </a:solidFill>
              <a:latin typeface="JetBrains Mono"/>
              <a:ea typeface="JetBrains Mono"/>
              <a:cs typeface="JetBrains Mono"/>
              <a:sym typeface="JetBrains Mono"/>
            </a:endParaRPr>
          </a:p>
          <a:p>
            <a:pPr marL="0" lvl="0" indent="0" algn="l" rtl="0">
              <a:lnSpc>
                <a:spcPct val="115000"/>
              </a:lnSpc>
              <a:spcBef>
                <a:spcPts val="600"/>
              </a:spcBef>
              <a:spcAft>
                <a:spcPts val="0"/>
              </a:spcAft>
              <a:buClr>
                <a:schemeClr val="dk1"/>
              </a:buClr>
              <a:buSzPts val="1100"/>
              <a:buFont typeface="Arial"/>
              <a:buNone/>
            </a:pPr>
            <a:r>
              <a:rPr lang="en" dirty="0">
                <a:solidFill>
                  <a:srgbClr val="37474F"/>
                </a:solidFill>
                <a:latin typeface="JetBrains Mono"/>
                <a:ea typeface="JetBrains Mono"/>
                <a:cs typeface="JetBrains Mono"/>
                <a:sym typeface="JetBrains Mono"/>
              </a:rPr>
              <a:t>}</a:t>
            </a:r>
            <a:endParaRPr dirty="0"/>
          </a:p>
          <a:p>
            <a:pPr marL="0" lvl="0" indent="0" algn="l" rtl="0">
              <a:lnSpc>
                <a:spcPct val="115000"/>
              </a:lnSpc>
              <a:spcBef>
                <a:spcPts val="600"/>
              </a:spcBef>
              <a:spcAft>
                <a:spcPts val="600"/>
              </a:spcAft>
              <a:buNone/>
            </a:pPr>
            <a:endParaRPr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31"/>
          <p:cNvSpPr txBox="1">
            <a:spLocks noGrp="1"/>
          </p:cNvSpPr>
          <p:nvPr>
            <p:ph type="title"/>
          </p:nvPr>
        </p:nvSpPr>
        <p:spPr>
          <a:xfrm>
            <a:off x="292608" y="292608"/>
            <a:ext cx="8503800" cy="457200"/>
          </a:xfrm>
          <a:prstGeom prst="rect">
            <a:avLst/>
          </a:prstGeom>
          <a:noFill/>
          <a:ln>
            <a:noFill/>
          </a:ln>
        </p:spPr>
        <p:txBody>
          <a:bodyPr spcFirstLastPara="1" wrap="square" lIns="0" tIns="91425" rIns="0" bIns="91425" anchor="t" anchorCtr="0">
            <a:noAutofit/>
          </a:bodyPr>
          <a:lstStyle/>
          <a:p>
            <a:pPr marL="0" lvl="0" indent="0" algn="l" rtl="0">
              <a:spcBef>
                <a:spcPts val="0"/>
              </a:spcBef>
              <a:spcAft>
                <a:spcPts val="0"/>
              </a:spcAft>
              <a:buSzPts val="2800"/>
              <a:buNone/>
            </a:pPr>
            <a:r>
              <a:rPr lang="en"/>
              <a:t>TODO</a:t>
            </a:r>
            <a:endParaRPr/>
          </a:p>
        </p:txBody>
      </p:sp>
      <p:sp>
        <p:nvSpPr>
          <p:cNvPr id="183" name="Google Shape;183;p31"/>
          <p:cNvSpPr txBox="1">
            <a:spLocks noGrp="1"/>
          </p:cNvSpPr>
          <p:nvPr>
            <p:ph type="body" idx="1"/>
          </p:nvPr>
        </p:nvSpPr>
        <p:spPr>
          <a:xfrm>
            <a:off x="292608" y="1335024"/>
            <a:ext cx="8419800" cy="2615400"/>
          </a:xfrm>
          <a:prstGeom prst="rect">
            <a:avLst/>
          </a:prstGeom>
        </p:spPr>
        <p:txBody>
          <a:bodyPr spcFirstLastPara="1" wrap="square" lIns="0" tIns="73150" rIns="0" bIns="0" anchor="t" anchorCtr="0">
            <a:noAutofit/>
          </a:bodyPr>
          <a:lstStyle/>
          <a:p>
            <a:pPr marL="0" lvl="0" indent="0" algn="l" rtl="0">
              <a:spcBef>
                <a:spcPts val="0"/>
              </a:spcBef>
              <a:spcAft>
                <a:spcPts val="0"/>
              </a:spcAft>
              <a:buClr>
                <a:schemeClr val="dk1"/>
              </a:buClr>
              <a:buSzPts val="1800"/>
              <a:buFont typeface="Arial"/>
              <a:buNone/>
            </a:pPr>
            <a:r>
              <a:rPr lang="zh-CN" altLang="en-US" dirty="0"/>
              <a:t>如果被调用，会在</a:t>
            </a:r>
            <a:r>
              <a:rPr lang="zh-CN" altLang="en-US" b="1" dirty="0"/>
              <a:t>运行时</a:t>
            </a:r>
            <a:r>
              <a:rPr lang="zh-CN" altLang="en-US" dirty="0"/>
              <a:t>抛出 </a:t>
            </a:r>
            <a:r>
              <a:rPr lang="en" dirty="0">
                <a:solidFill>
                  <a:schemeClr val="accent3"/>
                </a:solidFill>
                <a:uFill>
                  <a:noFill/>
                </a:uFill>
                <a:hlinkClick r:id="rId3">
                  <a:extLst>
                    <a:ext uri="{A12FA001-AC4F-418D-AE19-62706E023703}">
                      <ahyp:hlinkClr xmlns:ahyp="http://schemas.microsoft.com/office/drawing/2018/hyperlinkcolor" val="tx"/>
                    </a:ext>
                  </a:extLst>
                </a:hlinkClick>
              </a:rPr>
              <a:t>NotImplementedError</a:t>
            </a:r>
            <a:r>
              <a:rPr lang="zh-CN" altLang="en-US" dirty="0"/>
              <a:t>，并指出该操作未实现。</a:t>
            </a:r>
            <a:endParaRPr dirty="0"/>
          </a:p>
          <a:p>
            <a:pPr marL="0" lvl="0" indent="0" algn="l" rtl="0">
              <a:spcBef>
                <a:spcPts val="600"/>
              </a:spcBef>
              <a:spcAft>
                <a:spcPts val="0"/>
              </a:spcAft>
              <a:buClr>
                <a:schemeClr val="dk1"/>
              </a:buClr>
              <a:buSzPts val="1800"/>
              <a:buFont typeface="Arial"/>
              <a:buNone/>
            </a:pPr>
            <a:endParaRPr dirty="0"/>
          </a:p>
          <a:p>
            <a:pPr marL="0" lvl="0" indent="0" algn="l" rtl="0">
              <a:spcBef>
                <a:spcPts val="600"/>
              </a:spcBef>
              <a:spcAft>
                <a:spcPts val="0"/>
              </a:spcAft>
              <a:buClr>
                <a:schemeClr val="dk1"/>
              </a:buClr>
              <a:buSzPts val="1800"/>
              <a:buFont typeface="Arial"/>
              <a:buNone/>
            </a:pPr>
            <a:r>
              <a:rPr lang="en" dirty="0">
                <a:solidFill>
                  <a:srgbClr val="898989"/>
                </a:solidFill>
                <a:latin typeface="JetBrains Mono"/>
                <a:ea typeface="JetBrains Mono"/>
                <a:cs typeface="JetBrains Mono"/>
                <a:sym typeface="JetBrains Mono"/>
              </a:rPr>
              <a:t>// </a:t>
            </a:r>
            <a:r>
              <a:rPr lang="zh-CN" altLang="en-US" dirty="0">
                <a:solidFill>
                  <a:srgbClr val="898989"/>
                </a:solidFill>
                <a:latin typeface="JetBrains Mono"/>
                <a:ea typeface="JetBrains Mono"/>
                <a:cs typeface="JetBrains Mono"/>
                <a:sym typeface="JetBrains Mono"/>
              </a:rPr>
              <a:t>如果调用此函数，运行时会抛出错误，但编译会通过</a:t>
            </a:r>
            <a:br>
              <a:rPr lang="en" dirty="0">
                <a:solidFill>
                  <a:srgbClr val="3F51B5"/>
                </a:solidFill>
                <a:latin typeface="JetBrains Mono"/>
                <a:ea typeface="JetBrains Mono"/>
                <a:cs typeface="JetBrains Mono"/>
                <a:sym typeface="JetBrains Mono"/>
              </a:rPr>
            </a:br>
            <a:r>
              <a:rPr lang="en" dirty="0">
                <a:solidFill>
                  <a:srgbClr val="3F51B5"/>
                </a:solidFill>
                <a:latin typeface="JetBrains Mono"/>
                <a:ea typeface="JetBrains Mono"/>
                <a:cs typeface="JetBrains Mono"/>
                <a:sym typeface="JetBrains Mono"/>
              </a:rPr>
              <a:t>fun</a:t>
            </a:r>
            <a:r>
              <a:rPr lang="en" dirty="0">
                <a:solidFill>
                  <a:srgbClr val="37474F"/>
                </a:solidFill>
                <a:latin typeface="JetBrains Mono"/>
                <a:ea typeface="JetBrains Mono"/>
                <a:cs typeface="JetBrains Mono"/>
                <a:sym typeface="JetBrains Mono"/>
              </a:rPr>
              <a:t> findItemOrNull(id: String): Item? = </a:t>
            </a:r>
            <a:r>
              <a:rPr lang="en" i="1" dirty="0">
                <a:solidFill>
                  <a:srgbClr val="497BB7"/>
                </a:solidFill>
                <a:latin typeface="JetBrains Mono"/>
                <a:ea typeface="JetBrains Mono"/>
                <a:cs typeface="JetBrains Mono"/>
                <a:sym typeface="JetBrains Mono"/>
              </a:rPr>
              <a:t>TODO("Find item $id")</a:t>
            </a:r>
            <a:endParaRPr i="1" dirty="0">
              <a:solidFill>
                <a:srgbClr val="497BB7"/>
              </a:solidFill>
              <a:latin typeface="JetBrains Mono"/>
              <a:ea typeface="JetBrains Mono"/>
              <a:cs typeface="JetBrains Mono"/>
              <a:sym typeface="JetBrains Mono"/>
            </a:endParaRPr>
          </a:p>
          <a:p>
            <a:pPr marL="0" lvl="0" indent="0" algn="l" rtl="0">
              <a:spcBef>
                <a:spcPts val="600"/>
              </a:spcBef>
              <a:spcAft>
                <a:spcPts val="0"/>
              </a:spcAft>
              <a:buClr>
                <a:schemeClr val="dk1"/>
              </a:buClr>
              <a:buSzPts val="1800"/>
              <a:buFont typeface="Arial"/>
              <a:buNone/>
            </a:pPr>
            <a:endParaRPr dirty="0">
              <a:solidFill>
                <a:srgbClr val="497BB7"/>
              </a:solidFill>
              <a:latin typeface="JetBrains Mono"/>
              <a:ea typeface="JetBrains Mono"/>
              <a:cs typeface="JetBrains Mono"/>
              <a:sym typeface="JetBrains Mono"/>
            </a:endParaRPr>
          </a:p>
          <a:p>
            <a:pPr marL="0" lvl="0" indent="0" algn="l" rtl="0">
              <a:spcBef>
                <a:spcPts val="600"/>
              </a:spcBef>
              <a:spcAft>
                <a:spcPts val="0"/>
              </a:spcAft>
              <a:buClr>
                <a:schemeClr val="dk1"/>
              </a:buClr>
              <a:buSzPts val="1800"/>
              <a:buFont typeface="Arial"/>
              <a:buNone/>
            </a:pPr>
            <a:r>
              <a:rPr lang="en" dirty="0">
                <a:solidFill>
                  <a:srgbClr val="898989"/>
                </a:solidFill>
                <a:latin typeface="JetBrains Mono"/>
                <a:ea typeface="JetBrains Mono"/>
                <a:cs typeface="JetBrains Mono"/>
                <a:sym typeface="JetBrains Mono"/>
              </a:rPr>
              <a:t>// </a:t>
            </a:r>
            <a:r>
              <a:rPr lang="zh-CN" altLang="en-US" dirty="0">
                <a:solidFill>
                  <a:srgbClr val="898989"/>
                </a:solidFill>
                <a:latin typeface="JetBrains Mono"/>
                <a:ea typeface="JetBrains Mono"/>
                <a:cs typeface="JetBrains Mono"/>
                <a:sym typeface="JetBrains Mono"/>
              </a:rPr>
              <a:t>完全无法编译</a:t>
            </a:r>
            <a:br>
              <a:rPr lang="en" dirty="0">
                <a:solidFill>
                  <a:srgbClr val="497BB7"/>
                </a:solidFill>
                <a:latin typeface="JetBrains Mono"/>
                <a:ea typeface="JetBrains Mono"/>
                <a:cs typeface="JetBrains Mono"/>
                <a:sym typeface="JetBrains Mono"/>
              </a:rPr>
            </a:br>
            <a:r>
              <a:rPr lang="en" dirty="0">
                <a:solidFill>
                  <a:srgbClr val="3F51B5"/>
                </a:solidFill>
                <a:latin typeface="JetBrains Mono"/>
                <a:ea typeface="JetBrains Mono"/>
                <a:cs typeface="JetBrains Mono"/>
                <a:sym typeface="JetBrains Mono"/>
              </a:rPr>
              <a:t>fun</a:t>
            </a:r>
            <a:r>
              <a:rPr lang="en" dirty="0">
                <a:solidFill>
                  <a:srgbClr val="37474F"/>
                </a:solidFill>
                <a:latin typeface="JetBrains Mono"/>
                <a:ea typeface="JetBrains Mono"/>
                <a:cs typeface="JetBrains Mono"/>
                <a:sym typeface="JetBrains Mono"/>
              </a:rPr>
              <a:t> findItemOrNull(id: String): Item? = { }</a:t>
            </a:r>
            <a:endParaRPr dirty="0">
              <a:solidFill>
                <a:srgbClr val="497BB7"/>
              </a:solidFill>
              <a:latin typeface="JetBrains Mono"/>
              <a:ea typeface="JetBrains Mono"/>
              <a:cs typeface="JetBrains Mono"/>
              <a:sym typeface="JetBrains Mono"/>
            </a:endParaRPr>
          </a:p>
          <a:p>
            <a:pPr marL="0" lvl="0" indent="0" algn="l" rtl="0">
              <a:spcBef>
                <a:spcPts val="600"/>
              </a:spcBef>
              <a:spcAft>
                <a:spcPts val="600"/>
              </a:spcAft>
              <a:buNone/>
            </a:pPr>
            <a:endParaRPr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32"/>
          <p:cNvSpPr txBox="1">
            <a:spLocks noGrp="1"/>
          </p:cNvSpPr>
          <p:nvPr>
            <p:ph type="title"/>
          </p:nvPr>
        </p:nvSpPr>
        <p:spPr>
          <a:xfrm>
            <a:off x="292608" y="292608"/>
            <a:ext cx="8503800" cy="457200"/>
          </a:xfrm>
          <a:prstGeom prst="rect">
            <a:avLst/>
          </a:prstGeom>
          <a:noFill/>
          <a:ln>
            <a:noFill/>
          </a:ln>
        </p:spPr>
        <p:txBody>
          <a:bodyPr spcFirstLastPara="1" wrap="square" lIns="0" tIns="91425" rIns="0" bIns="91425" anchor="t" anchorCtr="0">
            <a:noAutofit/>
          </a:bodyPr>
          <a:lstStyle/>
          <a:p>
            <a:pPr lvl="0">
              <a:buSzPts val="2800"/>
            </a:pPr>
            <a:r>
              <a:rPr lang="zh-CN" altLang="en-US" dirty="0"/>
              <a:t>模板字符串与字符串构建器</a:t>
            </a:r>
            <a:endParaRPr dirty="0"/>
          </a:p>
        </p:txBody>
      </p:sp>
      <p:sp>
        <p:nvSpPr>
          <p:cNvPr id="189" name="Google Shape;189;p32"/>
          <p:cNvSpPr txBox="1">
            <a:spLocks noGrp="1"/>
          </p:cNvSpPr>
          <p:nvPr>
            <p:ph type="body" idx="1"/>
          </p:nvPr>
        </p:nvSpPr>
        <p:spPr>
          <a:xfrm>
            <a:off x="292608" y="1335024"/>
            <a:ext cx="8419800" cy="2615400"/>
          </a:xfrm>
          <a:prstGeom prst="rect">
            <a:avLst/>
          </a:prstGeom>
        </p:spPr>
        <p:txBody>
          <a:bodyPr spcFirstLastPara="1" wrap="square" lIns="0" tIns="73150" rIns="0" bIns="0" anchor="t" anchorCtr="0">
            <a:noAutofit/>
          </a:bodyPr>
          <a:lstStyle/>
          <a:p>
            <a:pPr marL="0" lvl="0" indent="0" algn="l" rtl="0">
              <a:spcBef>
                <a:spcPts val="0"/>
              </a:spcBef>
              <a:spcAft>
                <a:spcPts val="0"/>
              </a:spcAft>
              <a:buClr>
                <a:schemeClr val="dk1"/>
              </a:buClr>
              <a:buSzPts val="1800"/>
              <a:buFont typeface="Arial"/>
              <a:buNone/>
            </a:pPr>
            <a:r>
              <a:rPr lang="en" dirty="0">
                <a:solidFill>
                  <a:srgbClr val="3F51B5"/>
                </a:solidFill>
                <a:latin typeface="JetBrains Mono"/>
                <a:ea typeface="JetBrains Mono"/>
                <a:cs typeface="JetBrains Mono"/>
                <a:sym typeface="JetBrains Mono"/>
              </a:rPr>
              <a:t>val </a:t>
            </a:r>
            <a:r>
              <a:rPr lang="en" dirty="0">
                <a:solidFill>
                  <a:srgbClr val="37474F"/>
                </a:solidFill>
                <a:latin typeface="JetBrains Mono"/>
                <a:ea typeface="JetBrains Mono"/>
                <a:cs typeface="JetBrains Mono"/>
                <a:sym typeface="JetBrains Mono"/>
              </a:rPr>
              <a:t>i = 10</a:t>
            </a:r>
            <a:endParaRPr dirty="0">
              <a:solidFill>
                <a:srgbClr val="37474F"/>
              </a:solidFill>
              <a:latin typeface="JetBrains Mono"/>
              <a:ea typeface="JetBrains Mono"/>
              <a:cs typeface="JetBrains Mono"/>
              <a:sym typeface="JetBrains Mono"/>
            </a:endParaRPr>
          </a:p>
          <a:p>
            <a:pPr marL="0" lvl="0" indent="0" algn="l" rtl="0">
              <a:spcBef>
                <a:spcPts val="400"/>
              </a:spcBef>
              <a:spcAft>
                <a:spcPts val="0"/>
              </a:spcAft>
              <a:buClr>
                <a:schemeClr val="dk1"/>
              </a:buClr>
              <a:buSzPts val="1800"/>
              <a:buFont typeface="Arial"/>
              <a:buNone/>
            </a:pPr>
            <a:r>
              <a:rPr lang="en" dirty="0">
                <a:solidFill>
                  <a:srgbClr val="3F51B5"/>
                </a:solidFill>
                <a:latin typeface="JetBrains Mono"/>
                <a:ea typeface="JetBrains Mono"/>
                <a:cs typeface="JetBrains Mono"/>
                <a:sym typeface="JetBrains Mono"/>
              </a:rPr>
              <a:t>val </a:t>
            </a:r>
            <a:r>
              <a:rPr lang="en" dirty="0">
                <a:solidFill>
                  <a:srgbClr val="37474F"/>
                </a:solidFill>
                <a:latin typeface="JetBrains Mono"/>
                <a:ea typeface="JetBrains Mono"/>
                <a:cs typeface="JetBrains Mono"/>
                <a:sym typeface="JetBrains Mono"/>
              </a:rPr>
              <a:t>s = </a:t>
            </a:r>
            <a:r>
              <a:rPr lang="en" dirty="0">
                <a:solidFill>
                  <a:srgbClr val="388E3C"/>
                </a:solidFill>
                <a:latin typeface="JetBrains Mono"/>
                <a:ea typeface="JetBrains Mono"/>
                <a:cs typeface="JetBrains Mono"/>
                <a:sym typeface="JetBrains Mono"/>
              </a:rPr>
              <a:t>"Kotlin"</a:t>
            </a:r>
            <a:endParaRPr dirty="0">
              <a:solidFill>
                <a:srgbClr val="388E3C"/>
              </a:solidFill>
              <a:latin typeface="JetBrains Mono"/>
              <a:ea typeface="JetBrains Mono"/>
              <a:cs typeface="JetBrains Mono"/>
              <a:sym typeface="JetBrains Mono"/>
            </a:endParaRPr>
          </a:p>
          <a:p>
            <a:pPr marL="0" lvl="0" indent="0" algn="l" rtl="0">
              <a:spcBef>
                <a:spcPts val="400"/>
              </a:spcBef>
              <a:spcAft>
                <a:spcPts val="0"/>
              </a:spcAft>
              <a:buClr>
                <a:schemeClr val="dk1"/>
              </a:buClr>
              <a:buSzPts val="1800"/>
              <a:buFont typeface="Arial"/>
              <a:buNone/>
            </a:pPr>
            <a:endParaRPr dirty="0">
              <a:solidFill>
                <a:srgbClr val="388E3C"/>
              </a:solidFill>
              <a:latin typeface="JetBrains Mono"/>
              <a:ea typeface="JetBrains Mono"/>
              <a:cs typeface="JetBrains Mono"/>
              <a:sym typeface="JetBrains Mono"/>
            </a:endParaRPr>
          </a:p>
          <a:p>
            <a:pPr marL="0" lvl="0" indent="0" algn="l" rtl="0">
              <a:spcBef>
                <a:spcPts val="400"/>
              </a:spcBef>
              <a:spcAft>
                <a:spcPts val="0"/>
              </a:spcAft>
              <a:buClr>
                <a:schemeClr val="dk1"/>
              </a:buClr>
              <a:buSzPts val="1800"/>
              <a:buFont typeface="Arial"/>
              <a:buNone/>
            </a:pPr>
            <a:r>
              <a:rPr lang="en" dirty="0">
                <a:solidFill>
                  <a:srgbClr val="333333"/>
                </a:solidFill>
                <a:latin typeface="JetBrains Mono"/>
                <a:ea typeface="JetBrains Mono"/>
                <a:cs typeface="JetBrains Mono"/>
                <a:sym typeface="JetBrains Mono"/>
              </a:rPr>
              <a:t>println(</a:t>
            </a:r>
            <a:r>
              <a:rPr lang="en" dirty="0">
                <a:solidFill>
                  <a:srgbClr val="388E3C"/>
                </a:solidFill>
                <a:latin typeface="JetBrains Mono"/>
                <a:ea typeface="JetBrains Mono"/>
                <a:cs typeface="JetBrains Mono"/>
                <a:sym typeface="JetBrains Mono"/>
              </a:rPr>
              <a:t>"i = $i"</a:t>
            </a:r>
            <a:r>
              <a:rPr lang="en" dirty="0">
                <a:solidFill>
                  <a:srgbClr val="333333"/>
                </a:solidFill>
                <a:latin typeface="JetBrains Mono"/>
                <a:ea typeface="JetBrains Mono"/>
                <a:cs typeface="JetBrains Mono"/>
                <a:sym typeface="JetBrains Mono"/>
              </a:rPr>
              <a:t>)</a:t>
            </a:r>
            <a:endParaRPr dirty="0">
              <a:solidFill>
                <a:srgbClr val="333333"/>
              </a:solidFill>
              <a:latin typeface="JetBrains Mono"/>
              <a:ea typeface="JetBrains Mono"/>
              <a:cs typeface="JetBrains Mono"/>
              <a:sym typeface="JetBrains Mono"/>
            </a:endParaRPr>
          </a:p>
          <a:p>
            <a:pPr marL="0" lvl="0" indent="0" algn="l" rtl="0">
              <a:spcBef>
                <a:spcPts val="400"/>
              </a:spcBef>
              <a:spcAft>
                <a:spcPts val="0"/>
              </a:spcAft>
              <a:buClr>
                <a:schemeClr val="dk1"/>
              </a:buClr>
              <a:buSzPts val="1800"/>
              <a:buFont typeface="Arial"/>
              <a:buNone/>
            </a:pPr>
            <a:r>
              <a:rPr lang="en" dirty="0">
                <a:solidFill>
                  <a:srgbClr val="333333"/>
                </a:solidFill>
                <a:latin typeface="JetBrains Mono"/>
                <a:ea typeface="JetBrains Mono"/>
                <a:cs typeface="JetBrains Mono"/>
                <a:sym typeface="JetBrains Mono"/>
              </a:rPr>
              <a:t>println(</a:t>
            </a:r>
            <a:r>
              <a:rPr lang="en" dirty="0">
                <a:solidFill>
                  <a:srgbClr val="388E3C"/>
                </a:solidFill>
                <a:latin typeface="JetBrains Mono"/>
                <a:ea typeface="JetBrains Mono"/>
                <a:cs typeface="JetBrains Mono"/>
                <a:sym typeface="JetBrains Mono"/>
              </a:rPr>
              <a:t>"Length of </a:t>
            </a:r>
            <a:r>
              <a:rPr lang="en" dirty="0">
                <a:solidFill>
                  <a:schemeClr val="accent4"/>
                </a:solidFill>
                <a:latin typeface="JetBrains Mono"/>
                <a:ea typeface="JetBrains Mono"/>
                <a:cs typeface="JetBrains Mono"/>
                <a:sym typeface="JetBrains Mono"/>
              </a:rPr>
              <a:t>$</a:t>
            </a:r>
            <a:r>
              <a:rPr lang="en" dirty="0">
                <a:solidFill>
                  <a:srgbClr val="333333"/>
                </a:solidFill>
                <a:latin typeface="JetBrains Mono"/>
                <a:ea typeface="JetBrains Mono"/>
                <a:cs typeface="JetBrains Mono"/>
                <a:sym typeface="JetBrains Mono"/>
              </a:rPr>
              <a:t>s</a:t>
            </a:r>
            <a:r>
              <a:rPr lang="en" dirty="0">
                <a:solidFill>
                  <a:srgbClr val="388E3C"/>
                </a:solidFill>
                <a:latin typeface="JetBrains Mono"/>
                <a:ea typeface="JetBrains Mono"/>
                <a:cs typeface="JetBrains Mono"/>
                <a:sym typeface="JetBrains Mono"/>
              </a:rPr>
              <a:t> is </a:t>
            </a:r>
            <a:r>
              <a:rPr lang="en" dirty="0">
                <a:solidFill>
                  <a:schemeClr val="accent4"/>
                </a:solidFill>
                <a:latin typeface="JetBrains Mono"/>
                <a:ea typeface="JetBrains Mono"/>
                <a:cs typeface="JetBrains Mono"/>
                <a:sym typeface="JetBrains Mono"/>
              </a:rPr>
              <a:t>$</a:t>
            </a:r>
            <a:r>
              <a:rPr lang="en" dirty="0">
                <a:solidFill>
                  <a:srgbClr val="333333"/>
                </a:solidFill>
                <a:latin typeface="JetBrains Mono"/>
                <a:ea typeface="JetBrains Mono"/>
                <a:cs typeface="JetBrains Mono"/>
                <a:sym typeface="JetBrains Mono"/>
              </a:rPr>
              <a:t>{s.length}</a:t>
            </a:r>
            <a:r>
              <a:rPr lang="en" dirty="0">
                <a:solidFill>
                  <a:srgbClr val="388E3C"/>
                </a:solidFill>
                <a:latin typeface="JetBrains Mono"/>
                <a:ea typeface="JetBrains Mono"/>
                <a:cs typeface="JetBrains Mono"/>
                <a:sym typeface="JetBrains Mono"/>
              </a:rPr>
              <a:t>"</a:t>
            </a:r>
            <a:r>
              <a:rPr lang="en" dirty="0">
                <a:solidFill>
                  <a:srgbClr val="333333"/>
                </a:solidFill>
                <a:latin typeface="JetBrains Mono"/>
                <a:ea typeface="JetBrains Mono"/>
                <a:cs typeface="JetBrains Mono"/>
                <a:sym typeface="JetBrains Mono"/>
              </a:rPr>
              <a:t>)</a:t>
            </a:r>
            <a:endParaRPr dirty="0">
              <a:solidFill>
                <a:srgbClr val="333333"/>
              </a:solidFill>
              <a:latin typeface="JetBrains Mono"/>
              <a:ea typeface="JetBrains Mono"/>
              <a:cs typeface="JetBrains Mono"/>
              <a:sym typeface="JetBrains Mono"/>
            </a:endParaRPr>
          </a:p>
          <a:p>
            <a:pPr marL="0" lvl="0" indent="0" algn="l" rtl="0">
              <a:spcBef>
                <a:spcPts val="400"/>
              </a:spcBef>
              <a:spcAft>
                <a:spcPts val="0"/>
              </a:spcAft>
              <a:buClr>
                <a:schemeClr val="dk1"/>
              </a:buClr>
              <a:buSzPts val="1800"/>
              <a:buFont typeface="Arial"/>
              <a:buNone/>
            </a:pPr>
            <a:endParaRPr dirty="0">
              <a:solidFill>
                <a:srgbClr val="333333"/>
              </a:solidFill>
              <a:latin typeface="JetBrains Mono"/>
              <a:ea typeface="JetBrains Mono"/>
              <a:cs typeface="JetBrains Mono"/>
              <a:sym typeface="JetBrains Mono"/>
            </a:endParaRPr>
          </a:p>
          <a:p>
            <a:pPr marL="0" lvl="0" indent="0" algn="l" rtl="0">
              <a:spcBef>
                <a:spcPts val="400"/>
              </a:spcBef>
              <a:spcAft>
                <a:spcPts val="0"/>
              </a:spcAft>
              <a:buClr>
                <a:schemeClr val="dk1"/>
              </a:buClr>
              <a:buSzPts val="1800"/>
              <a:buFont typeface="Arial"/>
              <a:buNone/>
            </a:pPr>
            <a:r>
              <a:rPr lang="en" dirty="0">
                <a:solidFill>
                  <a:srgbClr val="3F51B5"/>
                </a:solidFill>
                <a:latin typeface="JetBrains Mono"/>
                <a:ea typeface="JetBrains Mono"/>
                <a:cs typeface="JetBrains Mono"/>
                <a:sym typeface="JetBrains Mono"/>
              </a:rPr>
              <a:t>val </a:t>
            </a:r>
            <a:r>
              <a:rPr lang="en" dirty="0">
                <a:solidFill>
                  <a:srgbClr val="37474F"/>
                </a:solidFill>
                <a:latin typeface="JetBrains Mono"/>
                <a:ea typeface="JetBrains Mono"/>
                <a:cs typeface="JetBrains Mono"/>
                <a:sym typeface="JetBrains Mono"/>
              </a:rPr>
              <a:t>sb = StringBuilder()</a:t>
            </a:r>
            <a:endParaRPr dirty="0">
              <a:solidFill>
                <a:srgbClr val="37474F"/>
              </a:solidFill>
              <a:latin typeface="JetBrains Mono"/>
              <a:ea typeface="JetBrains Mono"/>
              <a:cs typeface="JetBrains Mono"/>
              <a:sym typeface="JetBrains Mono"/>
            </a:endParaRPr>
          </a:p>
          <a:p>
            <a:pPr marL="0" lvl="0" indent="0" algn="l" rtl="0">
              <a:spcBef>
                <a:spcPts val="400"/>
              </a:spcBef>
              <a:spcAft>
                <a:spcPts val="0"/>
              </a:spcAft>
              <a:buClr>
                <a:schemeClr val="dk1"/>
              </a:buClr>
              <a:buSzPts val="1800"/>
              <a:buFont typeface="Arial"/>
              <a:buNone/>
            </a:pPr>
            <a:r>
              <a:rPr lang="en" dirty="0">
                <a:solidFill>
                  <a:srgbClr val="333333"/>
                </a:solidFill>
                <a:latin typeface="JetBrains Mono"/>
                <a:ea typeface="JetBrains Mono"/>
                <a:cs typeface="JetBrains Mono"/>
                <a:sym typeface="JetBrains Mono"/>
              </a:rPr>
              <a:t>sb.append(</a:t>
            </a:r>
            <a:r>
              <a:rPr lang="en" dirty="0">
                <a:solidFill>
                  <a:srgbClr val="388E3C"/>
                </a:solidFill>
                <a:latin typeface="JetBrains Mono"/>
                <a:ea typeface="JetBrains Mono"/>
                <a:cs typeface="JetBrains Mono"/>
                <a:sym typeface="JetBrains Mono"/>
              </a:rPr>
              <a:t>"Hello"</a:t>
            </a:r>
            <a:r>
              <a:rPr lang="en" dirty="0">
                <a:solidFill>
                  <a:srgbClr val="333333"/>
                </a:solidFill>
                <a:latin typeface="JetBrains Mono"/>
                <a:ea typeface="JetBrains Mono"/>
                <a:cs typeface="JetBrains Mono"/>
                <a:sym typeface="JetBrains Mono"/>
              </a:rPr>
              <a:t>)</a:t>
            </a:r>
            <a:endParaRPr dirty="0">
              <a:solidFill>
                <a:srgbClr val="333333"/>
              </a:solidFill>
              <a:latin typeface="JetBrains Mono"/>
              <a:ea typeface="JetBrains Mono"/>
              <a:cs typeface="JetBrains Mono"/>
              <a:sym typeface="JetBrains Mono"/>
            </a:endParaRPr>
          </a:p>
          <a:p>
            <a:pPr marL="0" lvl="0" indent="0" algn="l" rtl="0">
              <a:spcBef>
                <a:spcPts val="400"/>
              </a:spcBef>
              <a:spcAft>
                <a:spcPts val="0"/>
              </a:spcAft>
              <a:buClr>
                <a:schemeClr val="dk1"/>
              </a:buClr>
              <a:buSzPts val="1800"/>
              <a:buFont typeface="Arial"/>
              <a:buNone/>
            </a:pPr>
            <a:r>
              <a:rPr lang="en" dirty="0">
                <a:solidFill>
                  <a:srgbClr val="333333"/>
                </a:solidFill>
                <a:latin typeface="JetBrains Mono"/>
                <a:ea typeface="JetBrains Mono"/>
                <a:cs typeface="JetBrains Mono"/>
                <a:sym typeface="JetBrains Mono"/>
              </a:rPr>
              <a:t>sb.append(</a:t>
            </a:r>
            <a:r>
              <a:rPr lang="en" dirty="0">
                <a:solidFill>
                  <a:srgbClr val="388E3C"/>
                </a:solidFill>
                <a:latin typeface="JetBrains Mono"/>
                <a:ea typeface="JetBrains Mono"/>
                <a:cs typeface="JetBrains Mono"/>
                <a:sym typeface="JetBrains Mono"/>
              </a:rPr>
              <a:t>", world!"</a:t>
            </a:r>
            <a:r>
              <a:rPr lang="en" dirty="0">
                <a:solidFill>
                  <a:srgbClr val="333333"/>
                </a:solidFill>
                <a:latin typeface="JetBrains Mono"/>
                <a:ea typeface="JetBrains Mono"/>
                <a:cs typeface="JetBrains Mono"/>
                <a:sym typeface="JetBrains Mono"/>
              </a:rPr>
              <a:t>)</a:t>
            </a:r>
            <a:endParaRPr dirty="0">
              <a:solidFill>
                <a:srgbClr val="333333"/>
              </a:solidFill>
              <a:latin typeface="JetBrains Mono"/>
              <a:ea typeface="JetBrains Mono"/>
              <a:cs typeface="JetBrains Mono"/>
              <a:sym typeface="JetBrains Mono"/>
            </a:endParaRPr>
          </a:p>
          <a:p>
            <a:pPr marL="0" lvl="0" indent="0" algn="l" rtl="0">
              <a:spcBef>
                <a:spcPts val="400"/>
              </a:spcBef>
              <a:spcAft>
                <a:spcPts val="0"/>
              </a:spcAft>
              <a:buClr>
                <a:schemeClr val="dk1"/>
              </a:buClr>
              <a:buSzPts val="1800"/>
              <a:buFont typeface="Arial"/>
              <a:buNone/>
            </a:pPr>
            <a:r>
              <a:rPr lang="en" dirty="0">
                <a:solidFill>
                  <a:srgbClr val="333333"/>
                </a:solidFill>
                <a:latin typeface="JetBrains Mono"/>
                <a:ea typeface="JetBrains Mono"/>
                <a:cs typeface="JetBrains Mono"/>
                <a:sym typeface="JetBrains Mono"/>
              </a:rPr>
              <a:t>println(sb.toString())</a:t>
            </a:r>
            <a:endParaRPr dirty="0">
              <a:solidFill>
                <a:srgbClr val="333333"/>
              </a:solidFill>
              <a:latin typeface="JetBrains Mono"/>
              <a:ea typeface="JetBrains Mono"/>
              <a:cs typeface="JetBrains Mono"/>
              <a:sym typeface="JetBrains Mono"/>
            </a:endParaRPr>
          </a:p>
          <a:p>
            <a:pPr marL="0" lvl="0" indent="0" algn="l" rtl="0">
              <a:spcBef>
                <a:spcPts val="400"/>
              </a:spcBef>
              <a:spcAft>
                <a:spcPts val="400"/>
              </a:spcAft>
              <a:buNone/>
            </a:pPr>
            <a:endParaRPr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33"/>
          <p:cNvSpPr txBox="1">
            <a:spLocks noGrp="1"/>
          </p:cNvSpPr>
          <p:nvPr>
            <p:ph type="title"/>
          </p:nvPr>
        </p:nvSpPr>
        <p:spPr>
          <a:xfrm>
            <a:off x="292608" y="292608"/>
            <a:ext cx="8503800" cy="457200"/>
          </a:xfrm>
          <a:prstGeom prst="rect">
            <a:avLst/>
          </a:prstGeom>
          <a:noFill/>
          <a:ln>
            <a:noFill/>
          </a:ln>
        </p:spPr>
        <p:txBody>
          <a:bodyPr spcFirstLastPara="1" wrap="square" lIns="0" tIns="91425" rIns="0" bIns="91425" anchor="t" anchorCtr="0">
            <a:noAutofit/>
          </a:bodyPr>
          <a:lstStyle/>
          <a:p>
            <a:pPr marL="0" lvl="0" indent="0" algn="l" rtl="0">
              <a:spcBef>
                <a:spcPts val="0"/>
              </a:spcBef>
              <a:spcAft>
                <a:spcPts val="0"/>
              </a:spcAft>
              <a:buSzPts val="2800"/>
              <a:buNone/>
            </a:pPr>
            <a:r>
              <a:rPr lang="en-US" dirty="0"/>
              <a:t>Lambda </a:t>
            </a:r>
            <a:r>
              <a:rPr lang="zh-CN" altLang="en-US" dirty="0"/>
              <a:t>表达式</a:t>
            </a:r>
            <a:endParaRPr dirty="0"/>
          </a:p>
        </p:txBody>
      </p:sp>
      <p:sp>
        <p:nvSpPr>
          <p:cNvPr id="195" name="Google Shape;195;p33"/>
          <p:cNvSpPr txBox="1">
            <a:spLocks noGrp="1"/>
          </p:cNvSpPr>
          <p:nvPr>
            <p:ph type="body" idx="1"/>
          </p:nvPr>
        </p:nvSpPr>
        <p:spPr>
          <a:xfrm>
            <a:off x="292608" y="1335024"/>
            <a:ext cx="8419800" cy="2615400"/>
          </a:xfrm>
          <a:prstGeom prst="rect">
            <a:avLst/>
          </a:prstGeom>
        </p:spPr>
        <p:txBody>
          <a:bodyPr spcFirstLastPara="1" wrap="square" lIns="0" tIns="73150" rIns="0" bIns="0" anchor="t" anchorCtr="0">
            <a:noAutofit/>
          </a:bodyPr>
          <a:lstStyle/>
          <a:p>
            <a:pPr marL="0" lvl="0" indent="0" algn="l" rtl="0">
              <a:spcBef>
                <a:spcPts val="0"/>
              </a:spcBef>
              <a:spcAft>
                <a:spcPts val="0"/>
              </a:spcAft>
              <a:buClr>
                <a:schemeClr val="dk1"/>
              </a:buClr>
              <a:buSzPts val="1800"/>
              <a:buFont typeface="Arial"/>
              <a:buNone/>
            </a:pPr>
            <a:r>
              <a:rPr lang="en" sz="1100" dirty="0">
                <a:solidFill>
                  <a:srgbClr val="3F51B5"/>
                </a:solidFill>
                <a:latin typeface="JetBrains Mono"/>
                <a:ea typeface="JetBrains Mono"/>
                <a:cs typeface="JetBrains Mono"/>
                <a:sym typeface="JetBrains Mono"/>
              </a:rPr>
              <a:t>val</a:t>
            </a:r>
            <a:r>
              <a:rPr lang="en" sz="1100" dirty="0">
                <a:solidFill>
                  <a:srgbClr val="37474F"/>
                </a:solidFill>
                <a:latin typeface="JetBrains Mono"/>
                <a:ea typeface="JetBrains Mono"/>
                <a:cs typeface="JetBrains Mono"/>
                <a:sym typeface="JetBrains Mono"/>
              </a:rPr>
              <a:t> sum: (Int, Int) -&gt; Int = { x: Int, y: Int -&gt; x + y }</a:t>
            </a:r>
            <a:endParaRPr sz="1100" dirty="0">
              <a:solidFill>
                <a:srgbClr val="37474F"/>
              </a:solidFill>
              <a:latin typeface="JetBrains Mono"/>
              <a:ea typeface="JetBrains Mono"/>
              <a:cs typeface="JetBrains Mono"/>
              <a:sym typeface="JetBrains Mono"/>
            </a:endParaRPr>
          </a:p>
          <a:p>
            <a:pPr marL="0" lvl="0" indent="0" algn="l" rtl="0">
              <a:spcBef>
                <a:spcPts val="200"/>
              </a:spcBef>
              <a:spcAft>
                <a:spcPts val="0"/>
              </a:spcAft>
              <a:buClr>
                <a:schemeClr val="dk1"/>
              </a:buClr>
              <a:buSzPts val="1800"/>
              <a:buFont typeface="Arial"/>
              <a:buNone/>
            </a:pPr>
            <a:r>
              <a:rPr lang="en" sz="1100" dirty="0">
                <a:solidFill>
                  <a:srgbClr val="3F51B5"/>
                </a:solidFill>
                <a:latin typeface="JetBrains Mono"/>
                <a:ea typeface="JetBrains Mono"/>
                <a:cs typeface="JetBrains Mono"/>
                <a:sym typeface="JetBrains Mono"/>
              </a:rPr>
              <a:t>val</a:t>
            </a:r>
            <a:r>
              <a:rPr lang="en" sz="1100" dirty="0">
                <a:solidFill>
                  <a:srgbClr val="37474F"/>
                </a:solidFill>
                <a:latin typeface="JetBrains Mono"/>
                <a:ea typeface="JetBrains Mono"/>
                <a:cs typeface="JetBrains Mono"/>
                <a:sym typeface="JetBrains Mono"/>
              </a:rPr>
              <a:t> mul = { x: Int, y: Int -&gt; x * y }</a:t>
            </a:r>
            <a:endParaRPr sz="1100" dirty="0">
              <a:solidFill>
                <a:srgbClr val="37474F"/>
              </a:solidFill>
              <a:latin typeface="JetBrains Mono"/>
              <a:ea typeface="JetBrains Mono"/>
              <a:cs typeface="JetBrains Mono"/>
              <a:sym typeface="JetBrains Mono"/>
            </a:endParaRPr>
          </a:p>
          <a:p>
            <a:pPr marL="0" lvl="0" indent="0" algn="l" rtl="0">
              <a:spcBef>
                <a:spcPts val="200"/>
              </a:spcBef>
              <a:spcAft>
                <a:spcPts val="0"/>
              </a:spcAft>
              <a:buClr>
                <a:schemeClr val="dk1"/>
              </a:buClr>
              <a:buSzPts val="1800"/>
              <a:buFont typeface="Arial"/>
              <a:buNone/>
            </a:pPr>
            <a:endParaRPr sz="1100" dirty="0">
              <a:solidFill>
                <a:srgbClr val="37474F"/>
              </a:solidFill>
              <a:latin typeface="JetBrains Mono"/>
              <a:ea typeface="JetBrains Mono"/>
              <a:cs typeface="JetBrains Mono"/>
              <a:sym typeface="JetBrains Mono"/>
            </a:endParaRPr>
          </a:p>
          <a:p>
            <a:pPr marL="0" marR="0" lvl="0" indent="0" algn="l" rtl="0">
              <a:lnSpc>
                <a:spcPct val="115000"/>
              </a:lnSpc>
              <a:spcBef>
                <a:spcPts val="200"/>
              </a:spcBef>
              <a:spcAft>
                <a:spcPts val="0"/>
              </a:spcAft>
              <a:buClr>
                <a:schemeClr val="dk1"/>
              </a:buClr>
              <a:buSzPts val="1800"/>
              <a:buFont typeface="Arial"/>
              <a:buNone/>
            </a:pPr>
            <a:r>
              <a:rPr lang="zh-CN" altLang="en-US" dirty="0"/>
              <a:t>根据 </a:t>
            </a:r>
            <a:r>
              <a:rPr lang="en-US" altLang="zh-CN" dirty="0"/>
              <a:t>Kotlin </a:t>
            </a:r>
            <a:r>
              <a:rPr lang="zh-CN" altLang="en-US" dirty="0"/>
              <a:t>的惯例，如果函数的最后一个参数是一个函数，那么作为对应参数传递的 </a:t>
            </a:r>
            <a:r>
              <a:rPr lang="en-US" altLang="zh-CN" dirty="0"/>
              <a:t>Lambda </a:t>
            </a:r>
            <a:r>
              <a:rPr lang="zh-CN" altLang="en-US" dirty="0"/>
              <a:t>表达式可以放在圆括号之外：</a:t>
            </a:r>
            <a:endParaRPr dirty="0"/>
          </a:p>
          <a:p>
            <a:pPr marL="0" lvl="0" indent="0" algn="l" rtl="0">
              <a:spcBef>
                <a:spcPts val="200"/>
              </a:spcBef>
              <a:spcAft>
                <a:spcPts val="0"/>
              </a:spcAft>
              <a:buClr>
                <a:schemeClr val="dk1"/>
              </a:buClr>
              <a:buSzPts val="1800"/>
              <a:buFont typeface="Arial"/>
              <a:buNone/>
            </a:pPr>
            <a:endParaRPr sz="1100" dirty="0">
              <a:solidFill>
                <a:srgbClr val="37474F"/>
              </a:solidFill>
              <a:latin typeface="JetBrains Mono"/>
              <a:ea typeface="JetBrains Mono"/>
              <a:cs typeface="JetBrains Mono"/>
              <a:sym typeface="JetBrains Mono"/>
            </a:endParaRPr>
          </a:p>
          <a:p>
            <a:pPr marL="0" lvl="0" indent="0" algn="l" rtl="0">
              <a:spcBef>
                <a:spcPts val="200"/>
              </a:spcBef>
              <a:spcAft>
                <a:spcPts val="0"/>
              </a:spcAft>
              <a:buClr>
                <a:schemeClr val="dk1"/>
              </a:buClr>
              <a:buSzPts val="1800"/>
              <a:buFont typeface="Arial"/>
              <a:buNone/>
            </a:pPr>
            <a:r>
              <a:rPr lang="en" sz="1100" dirty="0">
                <a:solidFill>
                  <a:srgbClr val="3F51B5"/>
                </a:solidFill>
                <a:latin typeface="JetBrains Mono"/>
                <a:ea typeface="JetBrains Mono"/>
                <a:cs typeface="JetBrains Mono"/>
                <a:sym typeface="JetBrains Mono"/>
              </a:rPr>
              <a:t>val </a:t>
            </a:r>
            <a:r>
              <a:rPr lang="en" sz="1100" dirty="0">
                <a:solidFill>
                  <a:srgbClr val="37474F"/>
                </a:solidFill>
                <a:latin typeface="JetBrains Mono"/>
                <a:ea typeface="JetBrains Mono"/>
                <a:cs typeface="JetBrains Mono"/>
                <a:sym typeface="JetBrains Mono"/>
              </a:rPr>
              <a:t>badProduct = items.fold(1, { acc, e -&gt; acc * e })</a:t>
            </a:r>
            <a:endParaRPr sz="1100" dirty="0">
              <a:solidFill>
                <a:srgbClr val="37474F"/>
              </a:solidFill>
              <a:latin typeface="JetBrains Mono"/>
              <a:ea typeface="JetBrains Mono"/>
              <a:cs typeface="JetBrains Mono"/>
              <a:sym typeface="JetBrains Mono"/>
            </a:endParaRPr>
          </a:p>
          <a:p>
            <a:pPr marL="0" lvl="0" indent="0" algn="l" rtl="0">
              <a:spcBef>
                <a:spcPts val="200"/>
              </a:spcBef>
              <a:spcAft>
                <a:spcPts val="0"/>
              </a:spcAft>
              <a:buClr>
                <a:schemeClr val="dk1"/>
              </a:buClr>
              <a:buSzPts val="1800"/>
              <a:buFont typeface="Arial"/>
              <a:buNone/>
            </a:pPr>
            <a:endParaRPr sz="1100" dirty="0">
              <a:solidFill>
                <a:srgbClr val="37474F"/>
              </a:solidFill>
              <a:latin typeface="JetBrains Mono"/>
              <a:ea typeface="JetBrains Mono"/>
              <a:cs typeface="JetBrains Mono"/>
              <a:sym typeface="JetBrains Mono"/>
            </a:endParaRPr>
          </a:p>
          <a:p>
            <a:pPr marL="0" lvl="0" indent="0" algn="l" rtl="0">
              <a:spcBef>
                <a:spcPts val="200"/>
              </a:spcBef>
              <a:spcAft>
                <a:spcPts val="0"/>
              </a:spcAft>
              <a:buClr>
                <a:schemeClr val="dk1"/>
              </a:buClr>
              <a:buSzPts val="1800"/>
              <a:buFont typeface="Arial"/>
              <a:buNone/>
            </a:pPr>
            <a:r>
              <a:rPr lang="en" sz="1100" dirty="0">
                <a:solidFill>
                  <a:srgbClr val="3F51B5"/>
                </a:solidFill>
                <a:latin typeface="JetBrains Mono"/>
                <a:ea typeface="JetBrains Mono"/>
                <a:cs typeface="JetBrains Mono"/>
                <a:sym typeface="JetBrains Mono"/>
              </a:rPr>
              <a:t>val </a:t>
            </a:r>
            <a:r>
              <a:rPr lang="en" sz="1100" dirty="0">
                <a:solidFill>
                  <a:srgbClr val="37474F"/>
                </a:solidFill>
                <a:latin typeface="JetBrains Mono"/>
                <a:ea typeface="JetBrains Mono"/>
                <a:cs typeface="JetBrains Mono"/>
                <a:sym typeface="JetBrains Mono"/>
              </a:rPr>
              <a:t>goodProduct = items.fold(1) { acc, e -&gt; acc * e }</a:t>
            </a:r>
            <a:endParaRPr sz="1100" dirty="0">
              <a:latin typeface="JetBrains Mono"/>
              <a:ea typeface="JetBrains Mono"/>
              <a:cs typeface="JetBrains Mono"/>
              <a:sym typeface="JetBrains Mono"/>
            </a:endParaRPr>
          </a:p>
          <a:p>
            <a:pPr marL="0" lvl="0" indent="0" algn="l" rtl="0">
              <a:spcBef>
                <a:spcPts val="200"/>
              </a:spcBef>
              <a:spcAft>
                <a:spcPts val="0"/>
              </a:spcAft>
              <a:buClr>
                <a:schemeClr val="dk1"/>
              </a:buClr>
              <a:buSzPts val="1800"/>
              <a:buFont typeface="Arial"/>
              <a:buNone/>
            </a:pPr>
            <a:endParaRPr sz="1100" dirty="0">
              <a:solidFill>
                <a:srgbClr val="37474F"/>
              </a:solidFill>
              <a:latin typeface="JetBrains Mono"/>
              <a:ea typeface="JetBrains Mono"/>
              <a:cs typeface="JetBrains Mono"/>
              <a:sym typeface="JetBrains Mono"/>
            </a:endParaRPr>
          </a:p>
          <a:p>
            <a:pPr marL="0" lvl="0" indent="0" algn="l" rtl="0">
              <a:spcBef>
                <a:spcPts val="200"/>
              </a:spcBef>
              <a:spcAft>
                <a:spcPts val="0"/>
              </a:spcAft>
              <a:buClr>
                <a:schemeClr val="dk1"/>
              </a:buClr>
              <a:buSzPts val="1800"/>
              <a:buFont typeface="Arial"/>
              <a:buNone/>
            </a:pPr>
            <a:r>
              <a:rPr lang="zh-CN" altLang="en-US" dirty="0"/>
              <a:t>如果 </a:t>
            </a:r>
            <a:r>
              <a:rPr lang="en-US" altLang="zh-CN" dirty="0"/>
              <a:t>Lambda </a:t>
            </a:r>
            <a:r>
              <a:rPr lang="zh-CN" altLang="en-US" dirty="0"/>
              <a:t>是唯一的参数，则可以完全省略括号（文档将此功能称为“尾随 </a:t>
            </a:r>
            <a:r>
              <a:rPr lang="en-US" altLang="zh-CN" dirty="0"/>
              <a:t>Lambda </a:t>
            </a:r>
            <a:r>
              <a:rPr lang="zh-CN" altLang="en-US" dirty="0"/>
              <a:t>作为参数”）：</a:t>
            </a:r>
            <a:endParaRPr dirty="0">
              <a:solidFill>
                <a:srgbClr val="37474F"/>
              </a:solidFill>
              <a:latin typeface="JetBrains Mono"/>
              <a:ea typeface="JetBrains Mono"/>
              <a:cs typeface="JetBrains Mono"/>
              <a:sym typeface="JetBrains Mono"/>
            </a:endParaRPr>
          </a:p>
          <a:p>
            <a:pPr marL="0" lvl="0" indent="0" algn="l" rtl="0">
              <a:spcBef>
                <a:spcPts val="200"/>
              </a:spcBef>
              <a:spcAft>
                <a:spcPts val="0"/>
              </a:spcAft>
              <a:buNone/>
            </a:pPr>
            <a:endParaRPr sz="1100" dirty="0">
              <a:solidFill>
                <a:srgbClr val="37474F"/>
              </a:solidFill>
              <a:latin typeface="JetBrains Mono"/>
              <a:ea typeface="JetBrains Mono"/>
              <a:cs typeface="JetBrains Mono"/>
              <a:sym typeface="JetBrains Mono"/>
            </a:endParaRPr>
          </a:p>
          <a:p>
            <a:pPr marL="0" lvl="0" indent="0" algn="l" rtl="0">
              <a:spcBef>
                <a:spcPts val="200"/>
              </a:spcBef>
              <a:spcAft>
                <a:spcPts val="0"/>
              </a:spcAft>
              <a:buClr>
                <a:schemeClr val="dk1"/>
              </a:buClr>
              <a:buSzPts val="1800"/>
              <a:buFont typeface="Arial"/>
              <a:buNone/>
            </a:pPr>
            <a:r>
              <a:rPr lang="en" sz="1100" dirty="0">
                <a:solidFill>
                  <a:srgbClr val="3F51B5"/>
                </a:solidFill>
                <a:latin typeface="JetBrains Mono"/>
                <a:ea typeface="JetBrains Mono"/>
                <a:cs typeface="JetBrains Mono"/>
                <a:sym typeface="JetBrains Mono"/>
              </a:rPr>
              <a:t>run</a:t>
            </a:r>
            <a:r>
              <a:rPr lang="en" sz="1100" dirty="0">
                <a:solidFill>
                  <a:srgbClr val="37474F"/>
                </a:solidFill>
                <a:latin typeface="JetBrains Mono"/>
                <a:ea typeface="JetBrains Mono"/>
                <a:cs typeface="JetBrains Mono"/>
                <a:sym typeface="JetBrains Mono"/>
              </a:rPr>
              <a:t>({ println(</a:t>
            </a:r>
            <a:r>
              <a:rPr lang="en" sz="1100" dirty="0">
                <a:solidFill>
                  <a:srgbClr val="388E3C"/>
                </a:solidFill>
                <a:latin typeface="JetBrains Mono"/>
                <a:ea typeface="JetBrains Mono"/>
                <a:cs typeface="JetBrains Mono"/>
                <a:sym typeface="JetBrains Mono"/>
              </a:rPr>
              <a:t>"Not Cool"</a:t>
            </a:r>
            <a:r>
              <a:rPr lang="en" sz="1100" dirty="0">
                <a:solidFill>
                  <a:srgbClr val="37474F"/>
                </a:solidFill>
                <a:latin typeface="JetBrains Mono"/>
                <a:ea typeface="JetBrains Mono"/>
                <a:cs typeface="JetBrains Mono"/>
                <a:sym typeface="JetBrains Mono"/>
              </a:rPr>
              <a:t>) })</a:t>
            </a:r>
            <a:endParaRPr sz="1100" dirty="0">
              <a:solidFill>
                <a:srgbClr val="37474F"/>
              </a:solidFill>
              <a:latin typeface="JetBrains Mono"/>
              <a:ea typeface="JetBrains Mono"/>
              <a:cs typeface="JetBrains Mono"/>
              <a:sym typeface="JetBrains Mono"/>
            </a:endParaRPr>
          </a:p>
          <a:p>
            <a:pPr marL="0" lvl="0" indent="0" algn="l" rtl="0">
              <a:spcBef>
                <a:spcPts val="200"/>
              </a:spcBef>
              <a:spcAft>
                <a:spcPts val="0"/>
              </a:spcAft>
              <a:buClr>
                <a:schemeClr val="dk1"/>
              </a:buClr>
              <a:buSzPts val="1800"/>
              <a:buFont typeface="Arial"/>
              <a:buNone/>
            </a:pPr>
            <a:r>
              <a:rPr lang="en" sz="1100" dirty="0">
                <a:solidFill>
                  <a:srgbClr val="3F51B5"/>
                </a:solidFill>
                <a:latin typeface="JetBrains Mono"/>
                <a:ea typeface="JetBrains Mono"/>
                <a:cs typeface="JetBrains Mono"/>
                <a:sym typeface="JetBrains Mono"/>
              </a:rPr>
              <a:t>run</a:t>
            </a:r>
            <a:r>
              <a:rPr lang="en" sz="1100" dirty="0">
                <a:solidFill>
                  <a:srgbClr val="37474F"/>
                </a:solidFill>
                <a:latin typeface="JetBrains Mono"/>
                <a:ea typeface="JetBrains Mono"/>
                <a:cs typeface="JetBrains Mono"/>
                <a:sym typeface="JetBrains Mono"/>
              </a:rPr>
              <a:t> { println(</a:t>
            </a:r>
            <a:r>
              <a:rPr lang="en" sz="1100" dirty="0">
                <a:solidFill>
                  <a:srgbClr val="388E3C"/>
                </a:solidFill>
                <a:latin typeface="JetBrains Mono"/>
                <a:ea typeface="JetBrains Mono"/>
                <a:cs typeface="JetBrains Mono"/>
                <a:sym typeface="JetBrains Mono"/>
              </a:rPr>
              <a:t>"Very Cool"</a:t>
            </a:r>
            <a:r>
              <a:rPr lang="en" sz="1100" dirty="0">
                <a:solidFill>
                  <a:srgbClr val="37474F"/>
                </a:solidFill>
                <a:latin typeface="JetBrains Mono"/>
                <a:ea typeface="JetBrains Mono"/>
                <a:cs typeface="JetBrains Mono"/>
                <a:sym typeface="JetBrains Mono"/>
              </a:rPr>
              <a:t>) }</a:t>
            </a:r>
            <a:endParaRPr sz="1100" dirty="0">
              <a:solidFill>
                <a:srgbClr val="37474F"/>
              </a:solidFill>
              <a:latin typeface="JetBrains Mono"/>
              <a:ea typeface="JetBrains Mono"/>
              <a:cs typeface="JetBrains Mono"/>
              <a:sym typeface="JetBrains Mono"/>
            </a:endParaRPr>
          </a:p>
          <a:p>
            <a:pPr marL="0" lvl="0" indent="0" algn="l" rtl="0">
              <a:spcBef>
                <a:spcPts val="200"/>
              </a:spcBef>
              <a:spcAft>
                <a:spcPts val="200"/>
              </a:spcAft>
              <a:buNone/>
            </a:pPr>
            <a:endParaRPr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34"/>
          <p:cNvSpPr txBox="1">
            <a:spLocks noGrp="1"/>
          </p:cNvSpPr>
          <p:nvPr>
            <p:ph type="title"/>
          </p:nvPr>
        </p:nvSpPr>
        <p:spPr>
          <a:xfrm>
            <a:off x="292608" y="292608"/>
            <a:ext cx="8503800" cy="457200"/>
          </a:xfrm>
          <a:prstGeom prst="rect">
            <a:avLst/>
          </a:prstGeom>
          <a:noFill/>
          <a:ln>
            <a:noFill/>
          </a:ln>
        </p:spPr>
        <p:txBody>
          <a:bodyPr spcFirstLastPara="1" wrap="square" lIns="0" tIns="91425" rIns="0" bIns="91425" anchor="t" anchorCtr="0">
            <a:noAutofit/>
          </a:bodyPr>
          <a:lstStyle/>
          <a:p>
            <a:pPr marL="0" lvl="0" indent="0" algn="l" rtl="0">
              <a:spcBef>
                <a:spcPts val="0"/>
              </a:spcBef>
              <a:spcAft>
                <a:spcPts val="0"/>
              </a:spcAft>
              <a:buSzPts val="2800"/>
              <a:buNone/>
            </a:pPr>
            <a:r>
              <a:rPr lang="zh-CN" altLang="en-US" dirty="0"/>
              <a:t>如有疑问</a:t>
            </a:r>
            <a:endParaRPr dirty="0"/>
          </a:p>
        </p:txBody>
      </p:sp>
      <p:sp>
        <p:nvSpPr>
          <p:cNvPr id="201" name="Google Shape;201;p34"/>
          <p:cNvSpPr txBox="1">
            <a:spLocks noGrp="1"/>
          </p:cNvSpPr>
          <p:nvPr>
            <p:ph type="body" idx="1"/>
          </p:nvPr>
        </p:nvSpPr>
        <p:spPr>
          <a:xfrm>
            <a:off x="292608" y="1335024"/>
            <a:ext cx="8419800" cy="2615400"/>
          </a:xfrm>
          <a:prstGeom prst="rect">
            <a:avLst/>
          </a:prstGeom>
        </p:spPr>
        <p:txBody>
          <a:bodyPr spcFirstLastPara="1" wrap="square" lIns="0" tIns="73150" rIns="0" bIns="0" anchor="t" anchorCtr="0">
            <a:noAutofit/>
          </a:bodyPr>
          <a:lstStyle/>
          <a:p>
            <a:pPr marL="0" lvl="0" indent="0" algn="l" rtl="0">
              <a:lnSpc>
                <a:spcPct val="150000"/>
              </a:lnSpc>
              <a:spcBef>
                <a:spcPts val="0"/>
              </a:spcBef>
              <a:spcAft>
                <a:spcPts val="0"/>
              </a:spcAft>
              <a:buClr>
                <a:schemeClr val="dk1"/>
              </a:buClr>
              <a:buSzPts val="1800"/>
              <a:buFont typeface="Arial"/>
              <a:buNone/>
            </a:pPr>
            <a:r>
              <a:rPr lang="zh-CN" altLang="en-US" dirty="0"/>
              <a:t>参见：</a:t>
            </a:r>
            <a:endParaRPr dirty="0"/>
          </a:p>
          <a:p>
            <a:pPr marL="457200" lvl="0" indent="-317500" algn="l" rtl="0">
              <a:lnSpc>
                <a:spcPct val="150000"/>
              </a:lnSpc>
              <a:spcBef>
                <a:spcPts val="0"/>
              </a:spcBef>
              <a:spcAft>
                <a:spcPts val="0"/>
              </a:spcAft>
              <a:buSzPts val="1400"/>
              <a:buChar char="●"/>
            </a:pPr>
            <a:r>
              <a:rPr lang="en" u="sng" dirty="0">
                <a:solidFill>
                  <a:schemeClr val="accent3"/>
                </a:solidFill>
                <a:hlinkClick r:id="rId3">
                  <a:extLst>
                    <a:ext uri="{A12FA001-AC4F-418D-AE19-62706E023703}">
                      <ahyp:hlinkClr xmlns:ahyp="http://schemas.microsoft.com/office/drawing/2018/hyperlinkcolor" val="tx"/>
                    </a:ext>
                  </a:extLst>
                </a:hlinkClick>
              </a:rPr>
              <a:t>kotlinlang.org</a:t>
            </a:r>
            <a:endParaRPr u="sng" dirty="0"/>
          </a:p>
          <a:p>
            <a:pPr marL="457200" lvl="0" indent="-317500" algn="l" rtl="0">
              <a:lnSpc>
                <a:spcPct val="150000"/>
              </a:lnSpc>
              <a:spcBef>
                <a:spcPts val="0"/>
              </a:spcBef>
              <a:spcAft>
                <a:spcPts val="0"/>
              </a:spcAft>
              <a:buSzPts val="1400"/>
              <a:buChar char="●"/>
            </a:pPr>
            <a:r>
              <a:rPr lang="en" u="sng" dirty="0">
                <a:solidFill>
                  <a:schemeClr val="accent3"/>
                </a:solidFill>
                <a:hlinkClick r:id="rId4">
                  <a:extLst>
                    <a:ext uri="{A12FA001-AC4F-418D-AE19-62706E023703}">
                      <ahyp:hlinkClr xmlns:ahyp="http://schemas.microsoft.com/office/drawing/2018/hyperlinkcolor" val="tx"/>
                    </a:ext>
                  </a:extLst>
                </a:hlinkClick>
              </a:rPr>
              <a:t>kotlinlang.org/docs</a:t>
            </a:r>
            <a:endParaRPr u="sng" dirty="0"/>
          </a:p>
          <a:p>
            <a:pPr marL="457200" lvl="0" indent="-317500" algn="l" rtl="0">
              <a:lnSpc>
                <a:spcPct val="150000"/>
              </a:lnSpc>
              <a:spcBef>
                <a:spcPts val="0"/>
              </a:spcBef>
              <a:spcAft>
                <a:spcPts val="0"/>
              </a:spcAft>
              <a:buSzPts val="1400"/>
              <a:buChar char="●"/>
            </a:pPr>
            <a:r>
              <a:rPr lang="en" u="sng" dirty="0">
                <a:solidFill>
                  <a:schemeClr val="accent3"/>
                </a:solidFill>
                <a:hlinkClick r:id="rId5">
                  <a:extLst>
                    <a:ext uri="{A12FA001-AC4F-418D-AE19-62706E023703}">
                      <ahyp:hlinkClr xmlns:ahyp="http://schemas.microsoft.com/office/drawing/2018/hyperlinkcolor" val="tx"/>
                    </a:ext>
                  </a:extLst>
                </a:hlinkClick>
              </a:rPr>
              <a:t>play.kotlinlang.org/byExample</a:t>
            </a:r>
            <a:endParaRPr u="sng"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05"/>
        <p:cNvGrpSpPr/>
        <p:nvPr/>
      </p:nvGrpSpPr>
      <p:grpSpPr>
        <a:xfrm>
          <a:off x="0" y="0"/>
          <a:ext cx="0" cy="0"/>
          <a:chOff x="0" y="0"/>
          <a:chExt cx="0" cy="0"/>
        </a:xfrm>
      </p:grpSpPr>
      <p:sp>
        <p:nvSpPr>
          <p:cNvPr id="206" name="Google Shape;206;p35"/>
          <p:cNvSpPr txBox="1"/>
          <p:nvPr/>
        </p:nvSpPr>
        <p:spPr>
          <a:xfrm>
            <a:off x="276225" y="285750"/>
            <a:ext cx="7153200" cy="1905300"/>
          </a:xfrm>
          <a:prstGeom prst="rect">
            <a:avLst/>
          </a:prstGeom>
          <a:noFill/>
          <a:ln>
            <a:noFill/>
          </a:ln>
        </p:spPr>
        <p:txBody>
          <a:bodyPr spcFirstLastPara="1" wrap="square" lIns="91425" tIns="91425" rIns="91425" bIns="91425" anchor="t" anchorCtr="0">
            <a:noAutofit/>
          </a:bodyPr>
          <a:lstStyle/>
          <a:p>
            <a:pPr marL="0" lvl="0" indent="0" algn="l" rtl="0">
              <a:lnSpc>
                <a:spcPct val="85000"/>
              </a:lnSpc>
              <a:spcBef>
                <a:spcPts val="0"/>
              </a:spcBef>
              <a:spcAft>
                <a:spcPts val="0"/>
              </a:spcAft>
              <a:buClr>
                <a:schemeClr val="dk1"/>
              </a:buClr>
              <a:buSzPts val="1100"/>
              <a:buFont typeface="Arial"/>
              <a:buNone/>
            </a:pPr>
            <a:r>
              <a:rPr lang="en" sz="4800" dirty="0">
                <a:solidFill>
                  <a:schemeClr val="lt1"/>
                </a:solidFill>
                <a:latin typeface="HONOR Sans CN" panose="02000500000000000000" pitchFamily="2" charset="-122"/>
                <a:ea typeface="HONOR Sans CN" panose="02000500000000000000" pitchFamily="2" charset="-122"/>
                <a:cs typeface="Inter"/>
                <a:sym typeface="Inter"/>
              </a:rPr>
              <a:t>Thanks!</a:t>
            </a:r>
            <a:endParaRPr sz="4800" dirty="0">
              <a:solidFill>
                <a:schemeClr val="lt1"/>
              </a:solidFill>
              <a:latin typeface="HONOR Sans CN" panose="02000500000000000000" pitchFamily="2" charset="-122"/>
              <a:ea typeface="HONOR Sans CN" panose="02000500000000000000" pitchFamily="2" charset="-122"/>
              <a:cs typeface="Inter"/>
              <a:sym typeface="Inter"/>
            </a:endParaRPr>
          </a:p>
          <a:p>
            <a:pPr marL="0" lvl="0" indent="0" algn="l" rtl="0">
              <a:lnSpc>
                <a:spcPct val="85000"/>
              </a:lnSpc>
              <a:spcBef>
                <a:spcPts val="0"/>
              </a:spcBef>
              <a:spcAft>
                <a:spcPts val="0"/>
              </a:spcAft>
              <a:buClr>
                <a:schemeClr val="dk1"/>
              </a:buClr>
              <a:buSzPts val="1100"/>
              <a:buFont typeface="Arial"/>
              <a:buNone/>
            </a:pPr>
            <a:endParaRPr sz="4800" dirty="0">
              <a:solidFill>
                <a:srgbClr val="FFFFFF"/>
              </a:solidFill>
              <a:latin typeface="HONOR Sans CN" panose="02000500000000000000" pitchFamily="2" charset="-122"/>
              <a:ea typeface="HONOR Sans CN" panose="02000500000000000000" pitchFamily="2" charset="-122"/>
              <a:cs typeface="Inter"/>
              <a:sym typeface="Inter"/>
            </a:endParaRPr>
          </a:p>
        </p:txBody>
      </p:sp>
      <p:sp>
        <p:nvSpPr>
          <p:cNvPr id="207" name="Google Shape;207;p35">
            <a:hlinkClick r:id="rId3"/>
          </p:cNvPr>
          <p:cNvSpPr txBox="1"/>
          <p:nvPr/>
        </p:nvSpPr>
        <p:spPr>
          <a:xfrm>
            <a:off x="238875" y="4469150"/>
            <a:ext cx="2166600" cy="451200"/>
          </a:xfrm>
          <a:prstGeom prst="rect">
            <a:avLst/>
          </a:prstGeom>
          <a:noFill/>
          <a:ln>
            <a:noFill/>
          </a:ln>
        </p:spPr>
        <p:txBody>
          <a:bodyPr spcFirstLastPara="1" wrap="square" lIns="91425" tIns="91425" rIns="91425" bIns="91425" anchor="b" anchorCtr="0">
            <a:noAutofit/>
          </a:bodyPr>
          <a:lstStyle/>
          <a:p>
            <a:pPr marL="0" lvl="0" indent="0" algn="l" rtl="0">
              <a:lnSpc>
                <a:spcPct val="105000"/>
              </a:lnSpc>
              <a:spcBef>
                <a:spcPts val="0"/>
              </a:spcBef>
              <a:spcAft>
                <a:spcPts val="0"/>
              </a:spcAft>
              <a:buNone/>
            </a:pPr>
            <a:r>
              <a:rPr lang="en" sz="1700" dirty="0">
                <a:solidFill>
                  <a:srgbClr val="FFFFFF"/>
                </a:solidFill>
                <a:latin typeface="HONOR Sans CN" panose="02000500000000000000" pitchFamily="2" charset="-122"/>
                <a:ea typeface="HONOR Sans CN" panose="02000500000000000000" pitchFamily="2" charset="-122"/>
                <a:cs typeface="Inter"/>
                <a:sym typeface="Inter"/>
              </a:rPr>
              <a:t>@kotlin</a:t>
            </a:r>
            <a:endParaRPr sz="1700" dirty="0">
              <a:solidFill>
                <a:srgbClr val="FFFFFF"/>
              </a:solidFill>
              <a:latin typeface="HONOR Sans CN" panose="02000500000000000000" pitchFamily="2" charset="-122"/>
              <a:ea typeface="HONOR Sans CN" panose="02000500000000000000" pitchFamily="2" charset="-122"/>
              <a:cs typeface="Inter"/>
              <a:sym typeface="Inter"/>
            </a:endParaRPr>
          </a:p>
        </p:txBody>
      </p:sp>
      <p:sp>
        <p:nvSpPr>
          <p:cNvPr id="208" name="Google Shape;208;p35"/>
          <p:cNvSpPr txBox="1"/>
          <p:nvPr/>
        </p:nvSpPr>
        <p:spPr>
          <a:xfrm>
            <a:off x="1079350" y="4469150"/>
            <a:ext cx="3967800" cy="451200"/>
          </a:xfrm>
          <a:prstGeom prst="rect">
            <a:avLst/>
          </a:prstGeom>
          <a:noFill/>
          <a:ln>
            <a:noFill/>
          </a:ln>
        </p:spPr>
        <p:txBody>
          <a:bodyPr spcFirstLastPara="1" wrap="square" lIns="91425" tIns="91425" rIns="91425" bIns="91425" anchor="b" anchorCtr="0">
            <a:noAutofit/>
          </a:bodyPr>
          <a:lstStyle/>
          <a:p>
            <a:pPr marL="0" lvl="0" indent="0" algn="l" rtl="0">
              <a:lnSpc>
                <a:spcPct val="105000"/>
              </a:lnSpc>
              <a:spcBef>
                <a:spcPts val="0"/>
              </a:spcBef>
              <a:spcAft>
                <a:spcPts val="0"/>
              </a:spcAft>
              <a:buNone/>
            </a:pPr>
            <a:r>
              <a:rPr lang="en" sz="1700" dirty="0">
                <a:solidFill>
                  <a:srgbClr val="FFFFFF"/>
                </a:solidFill>
                <a:latin typeface="HONOR Sans CN" panose="02000500000000000000" pitchFamily="2" charset="-122"/>
                <a:ea typeface="HONOR Sans CN" panose="02000500000000000000" pitchFamily="2" charset="-122"/>
                <a:cs typeface="Inter"/>
                <a:sym typeface="Inter"/>
              </a:rPr>
              <a:t>|  Developed by JetBrains </a:t>
            </a:r>
            <a:endParaRPr sz="1700" dirty="0">
              <a:solidFill>
                <a:srgbClr val="FFFFFF"/>
              </a:solidFill>
              <a:latin typeface="HONOR Sans CN" panose="02000500000000000000" pitchFamily="2" charset="-122"/>
              <a:ea typeface="HONOR Sans CN" panose="02000500000000000000" pitchFamily="2" charset="-122"/>
              <a:cs typeface="Inter"/>
              <a:sym typeface="Inter"/>
            </a:endParaRPr>
          </a:p>
        </p:txBody>
      </p:sp>
    </p:spTree>
  </p:cSld>
  <p:clrMapOvr>
    <a:masterClrMapping/>
  </p:clrMapOvr>
</p:sld>
</file>

<file path=ppt/theme/theme1.xml><?xml version="1.0" encoding="utf-8"?>
<a:theme xmlns:a="http://schemas.openxmlformats.org/drawingml/2006/main" name="Standard White Theme">
  <a:themeElements>
    <a:clrScheme name="Simple Light">
      <a:dk1>
        <a:srgbClr val="000000"/>
      </a:dk1>
      <a:lt1>
        <a:srgbClr val="FFFFFF"/>
      </a:lt1>
      <a:dk2>
        <a:srgbClr val="27282C"/>
      </a:dk2>
      <a:lt2>
        <a:srgbClr val="000000"/>
      </a:lt2>
      <a:accent1>
        <a:srgbClr val="28B8A0"/>
      </a:accent1>
      <a:accent2>
        <a:srgbClr val="FC801D"/>
      </a:accent2>
      <a:accent3>
        <a:srgbClr val="FF318C"/>
      </a:accent3>
      <a:accent4>
        <a:srgbClr val="6B57FF"/>
      </a:accent4>
      <a:accent5>
        <a:srgbClr val="087CFA"/>
      </a:accent5>
      <a:accent6>
        <a:srgbClr val="000000"/>
      </a:accent6>
      <a:hlink>
        <a:srgbClr val="FF318C"/>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78</TotalTime>
  <Words>3186</Words>
  <PresentationFormat>全屏显示(16:9)</PresentationFormat>
  <Paragraphs>352</Paragraphs>
  <Slides>26</Slides>
  <Notes>26</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26</vt:i4>
      </vt:variant>
    </vt:vector>
  </HeadingPairs>
  <TitlesOfParts>
    <vt:vector size="33" baseType="lpstr">
      <vt:lpstr>HONOR Sans CN</vt:lpstr>
      <vt:lpstr>Raleway</vt:lpstr>
      <vt:lpstr>Inter</vt:lpstr>
      <vt:lpstr>Open Sans</vt:lpstr>
      <vt:lpstr>Arial</vt:lpstr>
      <vt:lpstr>JetBrains Mono</vt:lpstr>
      <vt:lpstr>Standard White Theme</vt:lpstr>
      <vt:lpstr>PowerPoint 演示文稿</vt:lpstr>
      <vt:lpstr>为什么是 Kotlin？</vt:lpstr>
      <vt:lpstr>Logo</vt:lpstr>
      <vt:lpstr>命名</vt:lpstr>
      <vt:lpstr>Hello, world!（你好，世界！）</vt:lpstr>
      <vt:lpstr>基础</vt:lpstr>
      <vt:lpstr>变量</vt:lpstr>
      <vt:lpstr>变量</vt:lpstr>
      <vt:lpstr>函数</vt:lpstr>
      <vt:lpstr>if 表达式</vt:lpstr>
      <vt:lpstr>when 表达式</vt:lpstr>
      <vt:lpstr>when 声明</vt:lpstr>
      <vt:lpstr>&amp;&amp; vs and</vt:lpstr>
      <vt:lpstr>循环</vt:lpstr>
      <vt:lpstr>循环</vt:lpstr>
      <vt:lpstr>循环</vt:lpstr>
      <vt:lpstr>区间</vt:lpstr>
      <vt:lpstr>空安全</vt:lpstr>
      <vt:lpstr>Elvis 运算符 ?:</vt:lpstr>
      <vt:lpstr>安全调用</vt:lpstr>
      <vt:lpstr>非安全调用</vt:lpstr>
      <vt:lpstr>TODO</vt:lpstr>
      <vt:lpstr>模板字符串与字符串构建器</vt:lpstr>
      <vt:lpstr>Lambda 表达式</vt:lpstr>
      <vt:lpstr>如有疑问</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modified xsi:type="dcterms:W3CDTF">2026-04-20T02:41:12Z</dcterms:modified>
</cp:coreProperties>
</file>